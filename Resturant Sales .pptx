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oboto"/>
      <p:regular r:id="rId17"/>
      <p:bold r:id="rId18"/>
      <p:italic r:id="rId19"/>
      <p:boldItalic r:id="rId20"/>
    </p:embeddedFont>
    <p:embeddedFont>
      <p:font typeface="Fira Sans Extra Condensed"/>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11" Type="http://schemas.openxmlformats.org/officeDocument/2006/relationships/slide" Target="slides/slide6.xml"/><Relationship Id="rId22" Type="http://schemas.openxmlformats.org/officeDocument/2006/relationships/font" Target="fonts/FiraSansExtraCondensed-bold.fntdata"/><Relationship Id="rId10" Type="http://schemas.openxmlformats.org/officeDocument/2006/relationships/slide" Target="slides/slide5.xml"/><Relationship Id="rId21" Type="http://schemas.openxmlformats.org/officeDocument/2006/relationships/font" Target="fonts/FiraSansExtraCondensed-regular.fntdata"/><Relationship Id="rId13" Type="http://schemas.openxmlformats.org/officeDocument/2006/relationships/slide" Target="slides/slide8.xml"/><Relationship Id="rId24" Type="http://schemas.openxmlformats.org/officeDocument/2006/relationships/font" Target="fonts/FiraSansExtraCondensed-boldItalic.fntdata"/><Relationship Id="rId12" Type="http://schemas.openxmlformats.org/officeDocument/2006/relationships/slide" Target="slides/slide7.xml"/><Relationship Id="rId23" Type="http://schemas.openxmlformats.org/officeDocument/2006/relationships/font" Target="fonts/FiraSansExtraCondense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italic.fntdata"/><Relationship Id="rId6" Type="http://schemas.openxmlformats.org/officeDocument/2006/relationships/slide" Target="slides/slide1.xml"/><Relationship Id="rId18"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0" name="Google Shape;4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d8e90631ac_0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d8e90631ac_0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fe969f236_0_8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fe969f236_0_8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fe969f236_0_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afe969f236_0_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fe969f236_0_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fe969f236_0_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fe969f236_0_8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afe969f236_0_8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fe969f236_0_8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fe969f236_0_8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fe969f236_0_8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afe969f236_0_8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d8e90631ac_0_3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d8e90631ac_0_3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afe969f236_0_9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afe969f236_0_9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afe969f236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afe969f236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434663" y="408050"/>
            <a:ext cx="4114800" cy="1795200"/>
          </a:xfrm>
          <a:prstGeom prst="rect">
            <a:avLst/>
          </a:prstGeom>
        </p:spPr>
        <p:txBody>
          <a:bodyPr anchorCtr="0" anchor="ctr" bIns="91425" lIns="91425" spcFirstLastPara="1" rIns="91425" wrap="square" tIns="91425">
            <a:normAutofit/>
          </a:bodyPr>
          <a:lstStyle>
            <a:lvl1pPr lvl="0">
              <a:spcBef>
                <a:spcPts val="0"/>
              </a:spcBef>
              <a:spcAft>
                <a:spcPts val="0"/>
              </a:spcAft>
              <a:buSzPts val="5200"/>
              <a:buNone/>
              <a:defRPr sz="5600"/>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10" name="Google Shape;10;p2"/>
          <p:cNvSpPr txBox="1"/>
          <p:nvPr>
            <p:ph idx="1" type="subTitle"/>
          </p:nvPr>
        </p:nvSpPr>
        <p:spPr>
          <a:xfrm>
            <a:off x="434663" y="2213339"/>
            <a:ext cx="4114800" cy="476400"/>
          </a:xfrm>
          <a:prstGeom prst="rect">
            <a:avLst/>
          </a:prstGeom>
        </p:spPr>
        <p:txBody>
          <a:bodyPr anchorCtr="0" anchor="ctr" bIns="91425" lIns="91425" spcFirstLastPara="1" rIns="91425" wrap="square" tIns="91425">
            <a:normAutofit/>
          </a:bodyPr>
          <a:lstStyle>
            <a:lvl1pPr lvl="0">
              <a:lnSpc>
                <a:spcPct val="100000"/>
              </a:lnSpc>
              <a:spcBef>
                <a:spcPts val="0"/>
              </a:spcBef>
              <a:spcAft>
                <a:spcPts val="0"/>
              </a:spcAft>
              <a:buSzPts val="2800"/>
              <a:buNone/>
              <a:defRPr sz="1800"/>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457200" y="411475"/>
            <a:ext cx="8229600" cy="371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800"/>
              <a:buNone/>
              <a:defRPr b="1"/>
            </a:lvl1pPr>
            <a:lvl2pPr lvl="1">
              <a:spcBef>
                <a:spcPts val="0"/>
              </a:spcBef>
              <a:spcAft>
                <a:spcPts val="0"/>
              </a:spcAft>
              <a:buSzPts val="2800"/>
              <a:buNone/>
              <a:defRPr b="1"/>
            </a:lvl2pPr>
            <a:lvl3pPr lvl="2">
              <a:spcBef>
                <a:spcPts val="0"/>
              </a:spcBef>
              <a:spcAft>
                <a:spcPts val="0"/>
              </a:spcAft>
              <a:buSzPts val="2800"/>
              <a:buNone/>
              <a:defRPr b="1"/>
            </a:lvl3pPr>
            <a:lvl4pPr lvl="3">
              <a:spcBef>
                <a:spcPts val="0"/>
              </a:spcBef>
              <a:spcAft>
                <a:spcPts val="0"/>
              </a:spcAft>
              <a:buSzPts val="2800"/>
              <a:buNone/>
              <a:defRPr b="1"/>
            </a:lvl4pPr>
            <a:lvl5pPr lvl="4">
              <a:spcBef>
                <a:spcPts val="0"/>
              </a:spcBef>
              <a:spcAft>
                <a:spcPts val="0"/>
              </a:spcAft>
              <a:buSzPts val="2800"/>
              <a:buNone/>
              <a:defRPr b="1"/>
            </a:lvl5pPr>
            <a:lvl6pPr lvl="5">
              <a:spcBef>
                <a:spcPts val="0"/>
              </a:spcBef>
              <a:spcAft>
                <a:spcPts val="0"/>
              </a:spcAft>
              <a:buSzPts val="2800"/>
              <a:buNone/>
              <a:defRPr b="1"/>
            </a:lvl6pPr>
            <a:lvl7pPr lvl="6">
              <a:spcBef>
                <a:spcPts val="0"/>
              </a:spcBef>
              <a:spcAft>
                <a:spcPts val="0"/>
              </a:spcAft>
              <a:buSzPts val="2800"/>
              <a:buNone/>
              <a:defRPr b="1"/>
            </a:lvl7pPr>
            <a:lvl8pPr lvl="7">
              <a:spcBef>
                <a:spcPts val="0"/>
              </a:spcBef>
              <a:spcAft>
                <a:spcPts val="0"/>
              </a:spcAft>
              <a:buSzPts val="2800"/>
              <a:buNone/>
              <a:defRPr b="1"/>
            </a:lvl8pPr>
            <a:lvl9pPr lvl="8">
              <a:spcBef>
                <a:spcPts val="0"/>
              </a:spcBef>
              <a:spcAft>
                <a:spcPts val="0"/>
              </a:spcAft>
              <a:buSzPts val="2800"/>
              <a:buNone/>
              <a:defRPr b="1"/>
            </a:lvl9pPr>
          </a:lstStyle>
          <a:p/>
        </p:txBody>
      </p:sp>
      <p:sp>
        <p:nvSpPr>
          <p:cNvPr id="15" name="Google Shape;15;p4"/>
          <p:cNvSpPr txBox="1"/>
          <p:nvPr>
            <p:ph idx="1" type="body"/>
          </p:nvPr>
        </p:nvSpPr>
        <p:spPr>
          <a:xfrm>
            <a:off x="457200" y="1247950"/>
            <a:ext cx="8229600" cy="30291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6" name="Shape 16"/>
        <p:cNvGrpSpPr/>
        <p:nvPr/>
      </p:nvGrpSpPr>
      <p:grpSpPr>
        <a:xfrm>
          <a:off x="0" y="0"/>
          <a:ext cx="0" cy="0"/>
          <a:chOff x="0" y="0"/>
          <a:chExt cx="0" cy="0"/>
        </a:xfrm>
      </p:grpSpPr>
      <p:sp>
        <p:nvSpPr>
          <p:cNvPr id="17" name="Google Shape;17;p5"/>
          <p:cNvSpPr txBox="1"/>
          <p:nvPr>
            <p:ph type="title"/>
          </p:nvPr>
        </p:nvSpPr>
        <p:spPr>
          <a:xfrm>
            <a:off x="457200" y="411475"/>
            <a:ext cx="8229600" cy="3714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9" name="Google Shape;19;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 name="Shape 20"/>
        <p:cNvGrpSpPr/>
        <p:nvPr/>
      </p:nvGrpSpPr>
      <p:grpSpPr>
        <a:xfrm>
          <a:off x="0" y="0"/>
          <a:ext cx="0" cy="0"/>
          <a:chOff x="0" y="0"/>
          <a:chExt cx="0" cy="0"/>
        </a:xfrm>
      </p:grpSpPr>
      <p:sp>
        <p:nvSpPr>
          <p:cNvPr id="21" name="Google Shape;21;p6"/>
          <p:cNvSpPr txBox="1"/>
          <p:nvPr>
            <p:ph type="title"/>
          </p:nvPr>
        </p:nvSpPr>
        <p:spPr>
          <a:xfrm>
            <a:off x="457200" y="411475"/>
            <a:ext cx="8229600" cy="371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2" name="Shape 22"/>
        <p:cNvGrpSpPr/>
        <p:nvPr/>
      </p:nvGrpSpPr>
      <p:grpSpPr>
        <a:xfrm>
          <a:off x="0" y="0"/>
          <a:ext cx="0" cy="0"/>
          <a:chOff x="0" y="0"/>
          <a:chExt cx="0" cy="0"/>
        </a:xfrm>
      </p:grpSpPr>
      <p:sp>
        <p:nvSpPr>
          <p:cNvPr id="23" name="Google Shape;2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4" name="Google Shape;2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5" name="Shape 25"/>
        <p:cNvGrpSpPr/>
        <p:nvPr/>
      </p:nvGrpSpPr>
      <p:grpSpPr>
        <a:xfrm>
          <a:off x="0" y="0"/>
          <a:ext cx="0" cy="0"/>
          <a:chOff x="0" y="0"/>
          <a:chExt cx="0" cy="0"/>
        </a:xfrm>
      </p:grpSpPr>
      <p:sp>
        <p:nvSpPr>
          <p:cNvPr id="26" name="Google Shape;26;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7" name="Shape 27"/>
        <p:cNvGrpSpPr/>
        <p:nvPr/>
      </p:nvGrpSpPr>
      <p:grpSpPr>
        <a:xfrm>
          <a:off x="0" y="0"/>
          <a:ext cx="0" cy="0"/>
          <a:chOff x="0" y="0"/>
          <a:chExt cx="0" cy="0"/>
        </a:xfrm>
      </p:grpSpPr>
      <p:sp>
        <p:nvSpPr>
          <p:cNvPr id="28" name="Google Shape;28;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0" name="Google Shape;30;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1" name="Google Shape;31;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2" name="Shape 32"/>
        <p:cNvGrpSpPr/>
        <p:nvPr/>
      </p:nvGrpSpPr>
      <p:grpSpPr>
        <a:xfrm>
          <a:off x="0" y="0"/>
          <a:ext cx="0" cy="0"/>
          <a:chOff x="0" y="0"/>
          <a:chExt cx="0" cy="0"/>
        </a:xfrm>
      </p:grpSpPr>
      <p:sp>
        <p:nvSpPr>
          <p:cNvPr id="33" name="Google Shape;33;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400"/>
              <a:buNone/>
              <a:defRPr/>
            </a:lvl1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 name="Google Shape;3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7" name="Shape 3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411475"/>
            <a:ext cx="8229600" cy="371400"/>
          </a:xfrm>
          <a:prstGeom prst="rect">
            <a:avLst/>
          </a:prstGeom>
          <a:noFill/>
          <a:ln>
            <a:noFill/>
          </a:ln>
        </p:spPr>
        <p:txBody>
          <a:bodyPr anchorCtr="0" anchor="ctr" bIns="91425" lIns="91425" spcFirstLastPara="1" rIns="91425" wrap="square" tIns="91425">
            <a:normAutofit/>
          </a:bodyPr>
          <a:lstStyle>
            <a:lvl1pPr lvl="0"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1pPr>
            <a:lvl2pPr lvl="1"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2pPr>
            <a:lvl3pPr lvl="2"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3pPr>
            <a:lvl4pPr lvl="3"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4pPr>
            <a:lvl5pPr lvl="4"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5pPr>
            <a:lvl6pPr lvl="5"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6pPr>
            <a:lvl7pPr lvl="6"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7pPr>
            <a:lvl8pPr lvl="7"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8pPr>
            <a:lvl9pPr lvl="8" rtl="0">
              <a:spcBef>
                <a:spcPts val="0"/>
              </a:spcBef>
              <a:spcAft>
                <a:spcPts val="0"/>
              </a:spcAft>
              <a:buClr>
                <a:schemeClr val="dk1"/>
              </a:buClr>
              <a:buSzPts val="2800"/>
              <a:buFont typeface="Fira Sans Extra Condensed"/>
              <a:buNone/>
              <a:defRPr b="1" sz="2800">
                <a:solidFill>
                  <a:schemeClr val="dk1"/>
                </a:solidFill>
                <a:latin typeface="Fira Sans Extra Condensed"/>
                <a:ea typeface="Fira Sans Extra Condensed"/>
                <a:cs typeface="Fira Sans Extra Condensed"/>
                <a:sym typeface="Fira Sans Extra Condensed"/>
              </a:defRPr>
            </a:lvl9pPr>
          </a:lstStyle>
          <a:p/>
        </p:txBody>
      </p:sp>
      <p:sp>
        <p:nvSpPr>
          <p:cNvPr id="7" name="Google Shape;7;p1"/>
          <p:cNvSpPr txBox="1"/>
          <p:nvPr>
            <p:ph idx="1" type="body"/>
          </p:nvPr>
        </p:nvSpPr>
        <p:spPr>
          <a:xfrm>
            <a:off x="457200" y="1152475"/>
            <a:ext cx="8229600" cy="3579600"/>
          </a:xfrm>
          <a:prstGeom prst="rect">
            <a:avLst/>
          </a:prstGeom>
          <a:noFill/>
          <a:ln>
            <a:noFill/>
          </a:ln>
        </p:spPr>
        <p:txBody>
          <a:bodyPr anchorCtr="0" anchor="t" bIns="91425" lIns="91425" spcFirstLastPara="1" rIns="91425" wrap="square" tIns="91425">
            <a:normAutofit/>
          </a:bodyPr>
          <a:lstStyle>
            <a:lvl1pPr indent="-317500" lvl="0" marL="4572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indent="-317500" lvl="1" marL="9144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hyperlink" Target="https://www.kaggle.com/datasets/rajatsurana979/fast-food-sales-report/data"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sp>
        <p:nvSpPr>
          <p:cNvPr id="42" name="Google Shape;42;p13"/>
          <p:cNvSpPr txBox="1"/>
          <p:nvPr>
            <p:ph type="ctrTitle"/>
          </p:nvPr>
        </p:nvSpPr>
        <p:spPr>
          <a:xfrm>
            <a:off x="434675" y="854625"/>
            <a:ext cx="4114800" cy="2301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Customer Transactions EDA &amp; Insights</a:t>
            </a:r>
            <a:endParaRPr/>
          </a:p>
        </p:txBody>
      </p:sp>
      <p:sp>
        <p:nvSpPr>
          <p:cNvPr id="43" name="Google Shape;43;p13"/>
          <p:cNvSpPr txBox="1"/>
          <p:nvPr>
            <p:ph idx="1" type="subTitle"/>
          </p:nvPr>
        </p:nvSpPr>
        <p:spPr>
          <a:xfrm>
            <a:off x="434663" y="3112914"/>
            <a:ext cx="4114800" cy="47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By: Curisia Allen</a:t>
            </a:r>
            <a:endParaRPr/>
          </a:p>
        </p:txBody>
      </p:sp>
      <p:grpSp>
        <p:nvGrpSpPr>
          <p:cNvPr id="44" name="Google Shape;44;p13"/>
          <p:cNvGrpSpPr/>
          <p:nvPr/>
        </p:nvGrpSpPr>
        <p:grpSpPr>
          <a:xfrm>
            <a:off x="4572405" y="-908049"/>
            <a:ext cx="4114905" cy="5640131"/>
            <a:chOff x="4572405" y="-908049"/>
            <a:chExt cx="4114905" cy="5640131"/>
          </a:xfrm>
        </p:grpSpPr>
        <p:sp>
          <p:nvSpPr>
            <p:cNvPr id="45" name="Google Shape;45;p13"/>
            <p:cNvSpPr/>
            <p:nvPr/>
          </p:nvSpPr>
          <p:spPr>
            <a:xfrm>
              <a:off x="4647387" y="4435335"/>
              <a:ext cx="3964941" cy="296747"/>
            </a:xfrm>
            <a:custGeom>
              <a:rect b="b" l="l" r="r" t="t"/>
              <a:pathLst>
                <a:path extrusionOk="0" h="9700" w="129605">
                  <a:moveTo>
                    <a:pt x="61472" y="0"/>
                  </a:moveTo>
                  <a:lnTo>
                    <a:pt x="58173" y="13"/>
                  </a:lnTo>
                  <a:lnTo>
                    <a:pt x="54927" y="52"/>
                  </a:lnTo>
                  <a:lnTo>
                    <a:pt x="51746" y="91"/>
                  </a:lnTo>
                  <a:lnTo>
                    <a:pt x="48604" y="144"/>
                  </a:lnTo>
                  <a:lnTo>
                    <a:pt x="45527" y="209"/>
                  </a:lnTo>
                  <a:lnTo>
                    <a:pt x="42516" y="287"/>
                  </a:lnTo>
                  <a:lnTo>
                    <a:pt x="39582" y="378"/>
                  </a:lnTo>
                  <a:lnTo>
                    <a:pt x="36701" y="470"/>
                  </a:lnTo>
                  <a:lnTo>
                    <a:pt x="33911" y="574"/>
                  </a:lnTo>
                  <a:lnTo>
                    <a:pt x="31199" y="691"/>
                  </a:lnTo>
                  <a:lnTo>
                    <a:pt x="28566" y="822"/>
                  </a:lnTo>
                  <a:lnTo>
                    <a:pt x="26023" y="952"/>
                  </a:lnTo>
                  <a:lnTo>
                    <a:pt x="23585" y="1095"/>
                  </a:lnTo>
                  <a:lnTo>
                    <a:pt x="21226" y="1252"/>
                  </a:lnTo>
                  <a:lnTo>
                    <a:pt x="18983" y="1421"/>
                  </a:lnTo>
                  <a:lnTo>
                    <a:pt x="16832" y="1578"/>
                  </a:lnTo>
                  <a:lnTo>
                    <a:pt x="14798" y="1760"/>
                  </a:lnTo>
                  <a:lnTo>
                    <a:pt x="12869" y="1943"/>
                  </a:lnTo>
                  <a:lnTo>
                    <a:pt x="11069" y="2138"/>
                  </a:lnTo>
                  <a:lnTo>
                    <a:pt x="9375" y="2334"/>
                  </a:lnTo>
                  <a:lnTo>
                    <a:pt x="7823" y="2529"/>
                  </a:lnTo>
                  <a:lnTo>
                    <a:pt x="6389" y="2738"/>
                  </a:lnTo>
                  <a:lnTo>
                    <a:pt x="5085" y="2960"/>
                  </a:lnTo>
                  <a:lnTo>
                    <a:pt x="3925" y="3181"/>
                  </a:lnTo>
                  <a:lnTo>
                    <a:pt x="3404" y="3286"/>
                  </a:lnTo>
                  <a:lnTo>
                    <a:pt x="2908" y="3403"/>
                  </a:lnTo>
                  <a:lnTo>
                    <a:pt x="2452" y="3520"/>
                  </a:lnTo>
                  <a:lnTo>
                    <a:pt x="2035" y="3638"/>
                  </a:lnTo>
                  <a:lnTo>
                    <a:pt x="1657" y="3755"/>
                  </a:lnTo>
                  <a:lnTo>
                    <a:pt x="1318" y="3872"/>
                  </a:lnTo>
                  <a:lnTo>
                    <a:pt x="1005" y="3990"/>
                  </a:lnTo>
                  <a:lnTo>
                    <a:pt x="744" y="4107"/>
                  </a:lnTo>
                  <a:lnTo>
                    <a:pt x="522" y="4224"/>
                  </a:lnTo>
                  <a:lnTo>
                    <a:pt x="327" y="4355"/>
                  </a:lnTo>
                  <a:lnTo>
                    <a:pt x="183" y="4472"/>
                  </a:lnTo>
                  <a:lnTo>
                    <a:pt x="131" y="4537"/>
                  </a:lnTo>
                  <a:lnTo>
                    <a:pt x="79" y="4602"/>
                  </a:lnTo>
                  <a:lnTo>
                    <a:pt x="40" y="4655"/>
                  </a:lnTo>
                  <a:lnTo>
                    <a:pt x="14" y="4720"/>
                  </a:lnTo>
                  <a:lnTo>
                    <a:pt x="1" y="4785"/>
                  </a:lnTo>
                  <a:lnTo>
                    <a:pt x="1" y="4850"/>
                  </a:lnTo>
                  <a:lnTo>
                    <a:pt x="1" y="4902"/>
                  </a:lnTo>
                  <a:lnTo>
                    <a:pt x="14" y="4967"/>
                  </a:lnTo>
                  <a:lnTo>
                    <a:pt x="40" y="5033"/>
                  </a:lnTo>
                  <a:lnTo>
                    <a:pt x="79" y="5098"/>
                  </a:lnTo>
                  <a:lnTo>
                    <a:pt x="131" y="5163"/>
                  </a:lnTo>
                  <a:lnTo>
                    <a:pt x="183" y="5215"/>
                  </a:lnTo>
                  <a:lnTo>
                    <a:pt x="327" y="5346"/>
                  </a:lnTo>
                  <a:lnTo>
                    <a:pt x="522" y="5463"/>
                  </a:lnTo>
                  <a:lnTo>
                    <a:pt x="744" y="5580"/>
                  </a:lnTo>
                  <a:lnTo>
                    <a:pt x="1005" y="5711"/>
                  </a:lnTo>
                  <a:lnTo>
                    <a:pt x="1318" y="5828"/>
                  </a:lnTo>
                  <a:lnTo>
                    <a:pt x="1657" y="5945"/>
                  </a:lnTo>
                  <a:lnTo>
                    <a:pt x="2035" y="6063"/>
                  </a:lnTo>
                  <a:lnTo>
                    <a:pt x="2452" y="6180"/>
                  </a:lnTo>
                  <a:lnTo>
                    <a:pt x="2908" y="6284"/>
                  </a:lnTo>
                  <a:lnTo>
                    <a:pt x="3404" y="6402"/>
                  </a:lnTo>
                  <a:lnTo>
                    <a:pt x="3925" y="6519"/>
                  </a:lnTo>
                  <a:lnTo>
                    <a:pt x="5085" y="6741"/>
                  </a:lnTo>
                  <a:lnTo>
                    <a:pt x="6389" y="6949"/>
                  </a:lnTo>
                  <a:lnTo>
                    <a:pt x="7823" y="7158"/>
                  </a:lnTo>
                  <a:lnTo>
                    <a:pt x="9375" y="7366"/>
                  </a:lnTo>
                  <a:lnTo>
                    <a:pt x="11069" y="7562"/>
                  </a:lnTo>
                  <a:lnTo>
                    <a:pt x="12869" y="7744"/>
                  </a:lnTo>
                  <a:lnTo>
                    <a:pt x="14798" y="7927"/>
                  </a:lnTo>
                  <a:lnTo>
                    <a:pt x="16832" y="8109"/>
                  </a:lnTo>
                  <a:lnTo>
                    <a:pt x="18983" y="8279"/>
                  </a:lnTo>
                  <a:lnTo>
                    <a:pt x="21226" y="8435"/>
                  </a:lnTo>
                  <a:lnTo>
                    <a:pt x="23585" y="8592"/>
                  </a:lnTo>
                  <a:lnTo>
                    <a:pt x="26023" y="8735"/>
                  </a:lnTo>
                  <a:lnTo>
                    <a:pt x="28566" y="8866"/>
                  </a:lnTo>
                  <a:lnTo>
                    <a:pt x="31199" y="8996"/>
                  </a:lnTo>
                  <a:lnTo>
                    <a:pt x="33911" y="9113"/>
                  </a:lnTo>
                  <a:lnTo>
                    <a:pt x="36701" y="9218"/>
                  </a:lnTo>
                  <a:lnTo>
                    <a:pt x="39582" y="9322"/>
                  </a:lnTo>
                  <a:lnTo>
                    <a:pt x="42516" y="9400"/>
                  </a:lnTo>
                  <a:lnTo>
                    <a:pt x="45527" y="9478"/>
                  </a:lnTo>
                  <a:lnTo>
                    <a:pt x="48604" y="9544"/>
                  </a:lnTo>
                  <a:lnTo>
                    <a:pt x="51746" y="9596"/>
                  </a:lnTo>
                  <a:lnTo>
                    <a:pt x="54927" y="9648"/>
                  </a:lnTo>
                  <a:lnTo>
                    <a:pt x="58173" y="9674"/>
                  </a:lnTo>
                  <a:lnTo>
                    <a:pt x="61472" y="9687"/>
                  </a:lnTo>
                  <a:lnTo>
                    <a:pt x="64796" y="9700"/>
                  </a:lnTo>
                  <a:lnTo>
                    <a:pt x="68134" y="9687"/>
                  </a:lnTo>
                  <a:lnTo>
                    <a:pt x="71432" y="9674"/>
                  </a:lnTo>
                  <a:lnTo>
                    <a:pt x="74666" y="9648"/>
                  </a:lnTo>
                  <a:lnTo>
                    <a:pt x="77860" y="9596"/>
                  </a:lnTo>
                  <a:lnTo>
                    <a:pt x="81002" y="9544"/>
                  </a:lnTo>
                  <a:lnTo>
                    <a:pt x="84066" y="9478"/>
                  </a:lnTo>
                  <a:lnTo>
                    <a:pt x="87077" y="9400"/>
                  </a:lnTo>
                  <a:lnTo>
                    <a:pt x="90024" y="9322"/>
                  </a:lnTo>
                  <a:lnTo>
                    <a:pt x="92892" y="9218"/>
                  </a:lnTo>
                  <a:lnTo>
                    <a:pt x="95695" y="9113"/>
                  </a:lnTo>
                  <a:lnTo>
                    <a:pt x="98407" y="8996"/>
                  </a:lnTo>
                  <a:lnTo>
                    <a:pt x="101027" y="8866"/>
                  </a:lnTo>
                  <a:lnTo>
                    <a:pt x="103569" y="8735"/>
                  </a:lnTo>
                  <a:lnTo>
                    <a:pt x="106020" y="8592"/>
                  </a:lnTo>
                  <a:lnTo>
                    <a:pt x="108367" y="8435"/>
                  </a:lnTo>
                  <a:lnTo>
                    <a:pt x="110623" y="8279"/>
                  </a:lnTo>
                  <a:lnTo>
                    <a:pt x="112774" y="8109"/>
                  </a:lnTo>
                  <a:lnTo>
                    <a:pt x="114808" y="7927"/>
                  </a:lnTo>
                  <a:lnTo>
                    <a:pt x="116724" y="7744"/>
                  </a:lnTo>
                  <a:lnTo>
                    <a:pt x="118536" y="7562"/>
                  </a:lnTo>
                  <a:lnTo>
                    <a:pt x="120218" y="7366"/>
                  </a:lnTo>
                  <a:lnTo>
                    <a:pt x="121783" y="7158"/>
                  </a:lnTo>
                  <a:lnTo>
                    <a:pt x="123217" y="6949"/>
                  </a:lnTo>
                  <a:lnTo>
                    <a:pt x="124507" y="6741"/>
                  </a:lnTo>
                  <a:lnTo>
                    <a:pt x="125668" y="6519"/>
                  </a:lnTo>
                  <a:lnTo>
                    <a:pt x="126202" y="6402"/>
                  </a:lnTo>
                  <a:lnTo>
                    <a:pt x="126685" y="6284"/>
                  </a:lnTo>
                  <a:lnTo>
                    <a:pt x="127141" y="6180"/>
                  </a:lnTo>
                  <a:lnTo>
                    <a:pt x="127558" y="6063"/>
                  </a:lnTo>
                  <a:lnTo>
                    <a:pt x="127949" y="5945"/>
                  </a:lnTo>
                  <a:lnTo>
                    <a:pt x="128288" y="5828"/>
                  </a:lnTo>
                  <a:lnTo>
                    <a:pt x="128588" y="5711"/>
                  </a:lnTo>
                  <a:lnTo>
                    <a:pt x="128862" y="5580"/>
                  </a:lnTo>
                  <a:lnTo>
                    <a:pt x="129084" y="5463"/>
                  </a:lnTo>
                  <a:lnTo>
                    <a:pt x="129266" y="5346"/>
                  </a:lnTo>
                  <a:lnTo>
                    <a:pt x="129409" y="5215"/>
                  </a:lnTo>
                  <a:lnTo>
                    <a:pt x="129475" y="5163"/>
                  </a:lnTo>
                  <a:lnTo>
                    <a:pt x="129514" y="5098"/>
                  </a:lnTo>
                  <a:lnTo>
                    <a:pt x="129553" y="5033"/>
                  </a:lnTo>
                  <a:lnTo>
                    <a:pt x="129579" y="4967"/>
                  </a:lnTo>
                  <a:lnTo>
                    <a:pt x="129605" y="4902"/>
                  </a:lnTo>
                  <a:lnTo>
                    <a:pt x="129605" y="4850"/>
                  </a:lnTo>
                  <a:lnTo>
                    <a:pt x="129605" y="4785"/>
                  </a:lnTo>
                  <a:lnTo>
                    <a:pt x="129579" y="4720"/>
                  </a:lnTo>
                  <a:lnTo>
                    <a:pt x="129553" y="4655"/>
                  </a:lnTo>
                  <a:lnTo>
                    <a:pt x="129514" y="4602"/>
                  </a:lnTo>
                  <a:lnTo>
                    <a:pt x="129475" y="4537"/>
                  </a:lnTo>
                  <a:lnTo>
                    <a:pt x="129409" y="4472"/>
                  </a:lnTo>
                  <a:lnTo>
                    <a:pt x="129266" y="4355"/>
                  </a:lnTo>
                  <a:lnTo>
                    <a:pt x="129084" y="4224"/>
                  </a:lnTo>
                  <a:lnTo>
                    <a:pt x="128862" y="4107"/>
                  </a:lnTo>
                  <a:lnTo>
                    <a:pt x="128588" y="3990"/>
                  </a:lnTo>
                  <a:lnTo>
                    <a:pt x="128288" y="3872"/>
                  </a:lnTo>
                  <a:lnTo>
                    <a:pt x="127949" y="3755"/>
                  </a:lnTo>
                  <a:lnTo>
                    <a:pt x="127558" y="3638"/>
                  </a:lnTo>
                  <a:lnTo>
                    <a:pt x="127141" y="3520"/>
                  </a:lnTo>
                  <a:lnTo>
                    <a:pt x="126685" y="3403"/>
                  </a:lnTo>
                  <a:lnTo>
                    <a:pt x="126202" y="3286"/>
                  </a:lnTo>
                  <a:lnTo>
                    <a:pt x="125668" y="3181"/>
                  </a:lnTo>
                  <a:lnTo>
                    <a:pt x="124507" y="2960"/>
                  </a:lnTo>
                  <a:lnTo>
                    <a:pt x="123217" y="2738"/>
                  </a:lnTo>
                  <a:lnTo>
                    <a:pt x="121783" y="2529"/>
                  </a:lnTo>
                  <a:lnTo>
                    <a:pt x="120218" y="2334"/>
                  </a:lnTo>
                  <a:lnTo>
                    <a:pt x="118536" y="2138"/>
                  </a:lnTo>
                  <a:lnTo>
                    <a:pt x="116724" y="1943"/>
                  </a:lnTo>
                  <a:lnTo>
                    <a:pt x="114808" y="1760"/>
                  </a:lnTo>
                  <a:lnTo>
                    <a:pt x="112774" y="1578"/>
                  </a:lnTo>
                  <a:lnTo>
                    <a:pt x="110623" y="1421"/>
                  </a:lnTo>
                  <a:lnTo>
                    <a:pt x="108367" y="1252"/>
                  </a:lnTo>
                  <a:lnTo>
                    <a:pt x="106020" y="1095"/>
                  </a:lnTo>
                  <a:lnTo>
                    <a:pt x="103569" y="952"/>
                  </a:lnTo>
                  <a:lnTo>
                    <a:pt x="101027" y="822"/>
                  </a:lnTo>
                  <a:lnTo>
                    <a:pt x="98407" y="691"/>
                  </a:lnTo>
                  <a:lnTo>
                    <a:pt x="95695" y="574"/>
                  </a:lnTo>
                  <a:lnTo>
                    <a:pt x="92892" y="470"/>
                  </a:lnTo>
                  <a:lnTo>
                    <a:pt x="90024" y="378"/>
                  </a:lnTo>
                  <a:lnTo>
                    <a:pt x="87077" y="287"/>
                  </a:lnTo>
                  <a:lnTo>
                    <a:pt x="84066" y="209"/>
                  </a:lnTo>
                  <a:lnTo>
                    <a:pt x="81002" y="144"/>
                  </a:lnTo>
                  <a:lnTo>
                    <a:pt x="77860" y="91"/>
                  </a:lnTo>
                  <a:lnTo>
                    <a:pt x="74666" y="52"/>
                  </a:lnTo>
                  <a:lnTo>
                    <a:pt x="71432" y="13"/>
                  </a:lnTo>
                  <a:lnTo>
                    <a:pt x="6813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13"/>
            <p:cNvSpPr/>
            <p:nvPr/>
          </p:nvSpPr>
          <p:spPr>
            <a:xfrm>
              <a:off x="4647387" y="4435335"/>
              <a:ext cx="3964941" cy="296747"/>
            </a:xfrm>
            <a:custGeom>
              <a:rect b="b" l="l" r="r" t="t"/>
              <a:pathLst>
                <a:path extrusionOk="0" fill="none" h="9700" w="129605">
                  <a:moveTo>
                    <a:pt x="64796" y="0"/>
                  </a:moveTo>
                  <a:lnTo>
                    <a:pt x="64796" y="0"/>
                  </a:lnTo>
                  <a:lnTo>
                    <a:pt x="61472" y="0"/>
                  </a:lnTo>
                  <a:lnTo>
                    <a:pt x="58173" y="13"/>
                  </a:lnTo>
                  <a:lnTo>
                    <a:pt x="54927" y="52"/>
                  </a:lnTo>
                  <a:lnTo>
                    <a:pt x="51746" y="91"/>
                  </a:lnTo>
                  <a:lnTo>
                    <a:pt x="48604" y="144"/>
                  </a:lnTo>
                  <a:lnTo>
                    <a:pt x="45527" y="209"/>
                  </a:lnTo>
                  <a:lnTo>
                    <a:pt x="42516" y="287"/>
                  </a:lnTo>
                  <a:lnTo>
                    <a:pt x="39582" y="378"/>
                  </a:lnTo>
                  <a:lnTo>
                    <a:pt x="36701" y="470"/>
                  </a:lnTo>
                  <a:lnTo>
                    <a:pt x="33911" y="574"/>
                  </a:lnTo>
                  <a:lnTo>
                    <a:pt x="31199" y="691"/>
                  </a:lnTo>
                  <a:lnTo>
                    <a:pt x="28566" y="822"/>
                  </a:lnTo>
                  <a:lnTo>
                    <a:pt x="26023" y="952"/>
                  </a:lnTo>
                  <a:lnTo>
                    <a:pt x="23585" y="1095"/>
                  </a:lnTo>
                  <a:lnTo>
                    <a:pt x="21226" y="1252"/>
                  </a:lnTo>
                  <a:lnTo>
                    <a:pt x="18983" y="1421"/>
                  </a:lnTo>
                  <a:lnTo>
                    <a:pt x="16832" y="1578"/>
                  </a:lnTo>
                  <a:lnTo>
                    <a:pt x="14798" y="1760"/>
                  </a:lnTo>
                  <a:lnTo>
                    <a:pt x="12869" y="1943"/>
                  </a:lnTo>
                  <a:lnTo>
                    <a:pt x="11069" y="2138"/>
                  </a:lnTo>
                  <a:lnTo>
                    <a:pt x="9375" y="2334"/>
                  </a:lnTo>
                  <a:lnTo>
                    <a:pt x="7823" y="2529"/>
                  </a:lnTo>
                  <a:lnTo>
                    <a:pt x="6389" y="2738"/>
                  </a:lnTo>
                  <a:lnTo>
                    <a:pt x="5085" y="2960"/>
                  </a:lnTo>
                  <a:lnTo>
                    <a:pt x="3925" y="3181"/>
                  </a:lnTo>
                  <a:lnTo>
                    <a:pt x="3404" y="3286"/>
                  </a:lnTo>
                  <a:lnTo>
                    <a:pt x="2908" y="3403"/>
                  </a:lnTo>
                  <a:lnTo>
                    <a:pt x="2452" y="3520"/>
                  </a:lnTo>
                  <a:lnTo>
                    <a:pt x="2035" y="3638"/>
                  </a:lnTo>
                  <a:lnTo>
                    <a:pt x="1657" y="3755"/>
                  </a:lnTo>
                  <a:lnTo>
                    <a:pt x="1318" y="3872"/>
                  </a:lnTo>
                  <a:lnTo>
                    <a:pt x="1005" y="3990"/>
                  </a:lnTo>
                  <a:lnTo>
                    <a:pt x="744" y="4107"/>
                  </a:lnTo>
                  <a:lnTo>
                    <a:pt x="522" y="4224"/>
                  </a:lnTo>
                  <a:lnTo>
                    <a:pt x="327" y="4355"/>
                  </a:lnTo>
                  <a:lnTo>
                    <a:pt x="183" y="4472"/>
                  </a:lnTo>
                  <a:lnTo>
                    <a:pt x="131" y="4537"/>
                  </a:lnTo>
                  <a:lnTo>
                    <a:pt x="79" y="4602"/>
                  </a:lnTo>
                  <a:lnTo>
                    <a:pt x="40" y="4655"/>
                  </a:lnTo>
                  <a:lnTo>
                    <a:pt x="14" y="4720"/>
                  </a:lnTo>
                  <a:lnTo>
                    <a:pt x="1" y="4785"/>
                  </a:lnTo>
                  <a:lnTo>
                    <a:pt x="1" y="4850"/>
                  </a:lnTo>
                  <a:lnTo>
                    <a:pt x="1" y="4850"/>
                  </a:lnTo>
                  <a:lnTo>
                    <a:pt x="1" y="4902"/>
                  </a:lnTo>
                  <a:lnTo>
                    <a:pt x="14" y="4967"/>
                  </a:lnTo>
                  <a:lnTo>
                    <a:pt x="40" y="5033"/>
                  </a:lnTo>
                  <a:lnTo>
                    <a:pt x="79" y="5098"/>
                  </a:lnTo>
                  <a:lnTo>
                    <a:pt x="131" y="5163"/>
                  </a:lnTo>
                  <a:lnTo>
                    <a:pt x="183" y="5215"/>
                  </a:lnTo>
                  <a:lnTo>
                    <a:pt x="327" y="5346"/>
                  </a:lnTo>
                  <a:lnTo>
                    <a:pt x="522" y="5463"/>
                  </a:lnTo>
                  <a:lnTo>
                    <a:pt x="744" y="5580"/>
                  </a:lnTo>
                  <a:lnTo>
                    <a:pt x="1005" y="5711"/>
                  </a:lnTo>
                  <a:lnTo>
                    <a:pt x="1318" y="5828"/>
                  </a:lnTo>
                  <a:lnTo>
                    <a:pt x="1657" y="5945"/>
                  </a:lnTo>
                  <a:lnTo>
                    <a:pt x="2035" y="6063"/>
                  </a:lnTo>
                  <a:lnTo>
                    <a:pt x="2452" y="6180"/>
                  </a:lnTo>
                  <a:lnTo>
                    <a:pt x="2908" y="6284"/>
                  </a:lnTo>
                  <a:lnTo>
                    <a:pt x="3404" y="6402"/>
                  </a:lnTo>
                  <a:lnTo>
                    <a:pt x="3925" y="6519"/>
                  </a:lnTo>
                  <a:lnTo>
                    <a:pt x="5085" y="6741"/>
                  </a:lnTo>
                  <a:lnTo>
                    <a:pt x="6389" y="6949"/>
                  </a:lnTo>
                  <a:lnTo>
                    <a:pt x="7823" y="7158"/>
                  </a:lnTo>
                  <a:lnTo>
                    <a:pt x="9375" y="7366"/>
                  </a:lnTo>
                  <a:lnTo>
                    <a:pt x="11069" y="7562"/>
                  </a:lnTo>
                  <a:lnTo>
                    <a:pt x="12869" y="7744"/>
                  </a:lnTo>
                  <a:lnTo>
                    <a:pt x="14798" y="7927"/>
                  </a:lnTo>
                  <a:lnTo>
                    <a:pt x="16832" y="8109"/>
                  </a:lnTo>
                  <a:lnTo>
                    <a:pt x="18983" y="8279"/>
                  </a:lnTo>
                  <a:lnTo>
                    <a:pt x="21226" y="8435"/>
                  </a:lnTo>
                  <a:lnTo>
                    <a:pt x="23585" y="8592"/>
                  </a:lnTo>
                  <a:lnTo>
                    <a:pt x="26023" y="8735"/>
                  </a:lnTo>
                  <a:lnTo>
                    <a:pt x="28566" y="8866"/>
                  </a:lnTo>
                  <a:lnTo>
                    <a:pt x="31199" y="8996"/>
                  </a:lnTo>
                  <a:lnTo>
                    <a:pt x="33911" y="9113"/>
                  </a:lnTo>
                  <a:lnTo>
                    <a:pt x="36701" y="9218"/>
                  </a:lnTo>
                  <a:lnTo>
                    <a:pt x="39582" y="9322"/>
                  </a:lnTo>
                  <a:lnTo>
                    <a:pt x="42516" y="9400"/>
                  </a:lnTo>
                  <a:lnTo>
                    <a:pt x="45527" y="9478"/>
                  </a:lnTo>
                  <a:lnTo>
                    <a:pt x="48604" y="9544"/>
                  </a:lnTo>
                  <a:lnTo>
                    <a:pt x="51746" y="9596"/>
                  </a:lnTo>
                  <a:lnTo>
                    <a:pt x="54927" y="9648"/>
                  </a:lnTo>
                  <a:lnTo>
                    <a:pt x="58173" y="9674"/>
                  </a:lnTo>
                  <a:lnTo>
                    <a:pt x="61472" y="9687"/>
                  </a:lnTo>
                  <a:lnTo>
                    <a:pt x="64796" y="9700"/>
                  </a:lnTo>
                  <a:lnTo>
                    <a:pt x="64796" y="9700"/>
                  </a:lnTo>
                  <a:lnTo>
                    <a:pt x="68134" y="9687"/>
                  </a:lnTo>
                  <a:lnTo>
                    <a:pt x="71432" y="9674"/>
                  </a:lnTo>
                  <a:lnTo>
                    <a:pt x="74666" y="9648"/>
                  </a:lnTo>
                  <a:lnTo>
                    <a:pt x="77860" y="9596"/>
                  </a:lnTo>
                  <a:lnTo>
                    <a:pt x="81002" y="9544"/>
                  </a:lnTo>
                  <a:lnTo>
                    <a:pt x="84066" y="9478"/>
                  </a:lnTo>
                  <a:lnTo>
                    <a:pt x="87077" y="9400"/>
                  </a:lnTo>
                  <a:lnTo>
                    <a:pt x="90024" y="9322"/>
                  </a:lnTo>
                  <a:lnTo>
                    <a:pt x="92892" y="9218"/>
                  </a:lnTo>
                  <a:lnTo>
                    <a:pt x="95695" y="9113"/>
                  </a:lnTo>
                  <a:lnTo>
                    <a:pt x="98407" y="8996"/>
                  </a:lnTo>
                  <a:lnTo>
                    <a:pt x="101027" y="8866"/>
                  </a:lnTo>
                  <a:lnTo>
                    <a:pt x="103569" y="8735"/>
                  </a:lnTo>
                  <a:lnTo>
                    <a:pt x="106020" y="8592"/>
                  </a:lnTo>
                  <a:lnTo>
                    <a:pt x="108367" y="8435"/>
                  </a:lnTo>
                  <a:lnTo>
                    <a:pt x="110623" y="8279"/>
                  </a:lnTo>
                  <a:lnTo>
                    <a:pt x="112774" y="8109"/>
                  </a:lnTo>
                  <a:lnTo>
                    <a:pt x="114808" y="7927"/>
                  </a:lnTo>
                  <a:lnTo>
                    <a:pt x="116724" y="7744"/>
                  </a:lnTo>
                  <a:lnTo>
                    <a:pt x="118536" y="7562"/>
                  </a:lnTo>
                  <a:lnTo>
                    <a:pt x="120218" y="7366"/>
                  </a:lnTo>
                  <a:lnTo>
                    <a:pt x="121783" y="7158"/>
                  </a:lnTo>
                  <a:lnTo>
                    <a:pt x="123217" y="6949"/>
                  </a:lnTo>
                  <a:lnTo>
                    <a:pt x="124507" y="6741"/>
                  </a:lnTo>
                  <a:lnTo>
                    <a:pt x="125668" y="6519"/>
                  </a:lnTo>
                  <a:lnTo>
                    <a:pt x="126202" y="6402"/>
                  </a:lnTo>
                  <a:lnTo>
                    <a:pt x="126685" y="6284"/>
                  </a:lnTo>
                  <a:lnTo>
                    <a:pt x="127141" y="6180"/>
                  </a:lnTo>
                  <a:lnTo>
                    <a:pt x="127558" y="6063"/>
                  </a:lnTo>
                  <a:lnTo>
                    <a:pt x="127949" y="5945"/>
                  </a:lnTo>
                  <a:lnTo>
                    <a:pt x="128288" y="5828"/>
                  </a:lnTo>
                  <a:lnTo>
                    <a:pt x="128588" y="5711"/>
                  </a:lnTo>
                  <a:lnTo>
                    <a:pt x="128862" y="5580"/>
                  </a:lnTo>
                  <a:lnTo>
                    <a:pt x="129084" y="5463"/>
                  </a:lnTo>
                  <a:lnTo>
                    <a:pt x="129266" y="5346"/>
                  </a:lnTo>
                  <a:lnTo>
                    <a:pt x="129409" y="5215"/>
                  </a:lnTo>
                  <a:lnTo>
                    <a:pt x="129475" y="5163"/>
                  </a:lnTo>
                  <a:lnTo>
                    <a:pt x="129514" y="5098"/>
                  </a:lnTo>
                  <a:lnTo>
                    <a:pt x="129553" y="5033"/>
                  </a:lnTo>
                  <a:lnTo>
                    <a:pt x="129579" y="4967"/>
                  </a:lnTo>
                  <a:lnTo>
                    <a:pt x="129605" y="4902"/>
                  </a:lnTo>
                  <a:lnTo>
                    <a:pt x="129605" y="4850"/>
                  </a:lnTo>
                  <a:lnTo>
                    <a:pt x="129605" y="4850"/>
                  </a:lnTo>
                  <a:lnTo>
                    <a:pt x="129605" y="4785"/>
                  </a:lnTo>
                  <a:lnTo>
                    <a:pt x="129579" y="4720"/>
                  </a:lnTo>
                  <a:lnTo>
                    <a:pt x="129553" y="4655"/>
                  </a:lnTo>
                  <a:lnTo>
                    <a:pt x="129514" y="4602"/>
                  </a:lnTo>
                  <a:lnTo>
                    <a:pt x="129475" y="4537"/>
                  </a:lnTo>
                  <a:lnTo>
                    <a:pt x="129409" y="4472"/>
                  </a:lnTo>
                  <a:lnTo>
                    <a:pt x="129266" y="4355"/>
                  </a:lnTo>
                  <a:lnTo>
                    <a:pt x="129084" y="4224"/>
                  </a:lnTo>
                  <a:lnTo>
                    <a:pt x="128862" y="4107"/>
                  </a:lnTo>
                  <a:lnTo>
                    <a:pt x="128588" y="3990"/>
                  </a:lnTo>
                  <a:lnTo>
                    <a:pt x="128288" y="3872"/>
                  </a:lnTo>
                  <a:lnTo>
                    <a:pt x="127949" y="3755"/>
                  </a:lnTo>
                  <a:lnTo>
                    <a:pt x="127558" y="3638"/>
                  </a:lnTo>
                  <a:lnTo>
                    <a:pt x="127141" y="3520"/>
                  </a:lnTo>
                  <a:lnTo>
                    <a:pt x="126685" y="3403"/>
                  </a:lnTo>
                  <a:lnTo>
                    <a:pt x="126202" y="3286"/>
                  </a:lnTo>
                  <a:lnTo>
                    <a:pt x="125668" y="3181"/>
                  </a:lnTo>
                  <a:lnTo>
                    <a:pt x="124507" y="2960"/>
                  </a:lnTo>
                  <a:lnTo>
                    <a:pt x="123217" y="2738"/>
                  </a:lnTo>
                  <a:lnTo>
                    <a:pt x="121783" y="2529"/>
                  </a:lnTo>
                  <a:lnTo>
                    <a:pt x="120218" y="2334"/>
                  </a:lnTo>
                  <a:lnTo>
                    <a:pt x="118536" y="2138"/>
                  </a:lnTo>
                  <a:lnTo>
                    <a:pt x="116724" y="1943"/>
                  </a:lnTo>
                  <a:lnTo>
                    <a:pt x="114808" y="1760"/>
                  </a:lnTo>
                  <a:lnTo>
                    <a:pt x="112774" y="1578"/>
                  </a:lnTo>
                  <a:lnTo>
                    <a:pt x="110623" y="1421"/>
                  </a:lnTo>
                  <a:lnTo>
                    <a:pt x="108367" y="1252"/>
                  </a:lnTo>
                  <a:lnTo>
                    <a:pt x="106020" y="1095"/>
                  </a:lnTo>
                  <a:lnTo>
                    <a:pt x="103569" y="952"/>
                  </a:lnTo>
                  <a:lnTo>
                    <a:pt x="101027" y="822"/>
                  </a:lnTo>
                  <a:lnTo>
                    <a:pt x="98407" y="691"/>
                  </a:lnTo>
                  <a:lnTo>
                    <a:pt x="95695" y="574"/>
                  </a:lnTo>
                  <a:lnTo>
                    <a:pt x="92892" y="470"/>
                  </a:lnTo>
                  <a:lnTo>
                    <a:pt x="90024" y="378"/>
                  </a:lnTo>
                  <a:lnTo>
                    <a:pt x="87077" y="287"/>
                  </a:lnTo>
                  <a:lnTo>
                    <a:pt x="84066" y="209"/>
                  </a:lnTo>
                  <a:lnTo>
                    <a:pt x="81002" y="144"/>
                  </a:lnTo>
                  <a:lnTo>
                    <a:pt x="77860" y="91"/>
                  </a:lnTo>
                  <a:lnTo>
                    <a:pt x="74666" y="52"/>
                  </a:lnTo>
                  <a:lnTo>
                    <a:pt x="71432" y="13"/>
                  </a:lnTo>
                  <a:lnTo>
                    <a:pt x="68134" y="0"/>
                  </a:lnTo>
                  <a:lnTo>
                    <a:pt x="6479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13"/>
            <p:cNvSpPr/>
            <p:nvPr/>
          </p:nvSpPr>
          <p:spPr>
            <a:xfrm>
              <a:off x="4759876" y="2227719"/>
              <a:ext cx="678052" cy="1514849"/>
            </a:xfrm>
            <a:custGeom>
              <a:rect b="b" l="l" r="r" t="t"/>
              <a:pathLst>
                <a:path extrusionOk="0" h="49517" w="22164">
                  <a:moveTo>
                    <a:pt x="15671" y="0"/>
                  </a:moveTo>
                  <a:lnTo>
                    <a:pt x="15476" y="13"/>
                  </a:lnTo>
                  <a:lnTo>
                    <a:pt x="0" y="13"/>
                  </a:lnTo>
                  <a:lnTo>
                    <a:pt x="4954" y="45801"/>
                  </a:lnTo>
                  <a:lnTo>
                    <a:pt x="5698" y="45996"/>
                  </a:lnTo>
                  <a:lnTo>
                    <a:pt x="7666" y="46505"/>
                  </a:lnTo>
                  <a:lnTo>
                    <a:pt x="10430" y="47209"/>
                  </a:lnTo>
                  <a:lnTo>
                    <a:pt x="11982" y="47587"/>
                  </a:lnTo>
                  <a:lnTo>
                    <a:pt x="13598" y="47978"/>
                  </a:lnTo>
                  <a:lnTo>
                    <a:pt x="15202" y="48343"/>
                  </a:lnTo>
                  <a:lnTo>
                    <a:pt x="16766" y="48695"/>
                  </a:lnTo>
                  <a:lnTo>
                    <a:pt x="18213" y="48995"/>
                  </a:lnTo>
                  <a:lnTo>
                    <a:pt x="18891" y="49125"/>
                  </a:lnTo>
                  <a:lnTo>
                    <a:pt x="19517" y="49242"/>
                  </a:lnTo>
                  <a:lnTo>
                    <a:pt x="20091" y="49347"/>
                  </a:lnTo>
                  <a:lnTo>
                    <a:pt x="20612" y="49425"/>
                  </a:lnTo>
                  <a:lnTo>
                    <a:pt x="21069" y="49477"/>
                  </a:lnTo>
                  <a:lnTo>
                    <a:pt x="21447" y="49503"/>
                  </a:lnTo>
                  <a:lnTo>
                    <a:pt x="21760" y="49516"/>
                  </a:lnTo>
                  <a:lnTo>
                    <a:pt x="21877" y="49503"/>
                  </a:lnTo>
                  <a:lnTo>
                    <a:pt x="21981" y="49490"/>
                  </a:lnTo>
                  <a:lnTo>
                    <a:pt x="22059" y="49464"/>
                  </a:lnTo>
                  <a:lnTo>
                    <a:pt x="22125" y="49438"/>
                  </a:lnTo>
                  <a:lnTo>
                    <a:pt x="22151" y="49399"/>
                  </a:lnTo>
                  <a:lnTo>
                    <a:pt x="22164" y="49360"/>
                  </a:lnTo>
                  <a:lnTo>
                    <a:pt x="17575" y="1747"/>
                  </a:lnTo>
                  <a:lnTo>
                    <a:pt x="17549" y="1552"/>
                  </a:lnTo>
                  <a:lnTo>
                    <a:pt x="17496" y="1356"/>
                  </a:lnTo>
                  <a:lnTo>
                    <a:pt x="17431" y="1187"/>
                  </a:lnTo>
                  <a:lnTo>
                    <a:pt x="17353" y="1017"/>
                  </a:lnTo>
                  <a:lnTo>
                    <a:pt x="17249" y="848"/>
                  </a:lnTo>
                  <a:lnTo>
                    <a:pt x="17144" y="704"/>
                  </a:lnTo>
                  <a:lnTo>
                    <a:pt x="17014" y="574"/>
                  </a:lnTo>
                  <a:lnTo>
                    <a:pt x="16884" y="443"/>
                  </a:lnTo>
                  <a:lnTo>
                    <a:pt x="16727" y="339"/>
                  </a:lnTo>
                  <a:lnTo>
                    <a:pt x="16571" y="235"/>
                  </a:lnTo>
                  <a:lnTo>
                    <a:pt x="16401" y="157"/>
                  </a:lnTo>
                  <a:lnTo>
                    <a:pt x="16232" y="91"/>
                  </a:lnTo>
                  <a:lnTo>
                    <a:pt x="16049" y="39"/>
                  </a:lnTo>
                  <a:lnTo>
                    <a:pt x="15867" y="13"/>
                  </a:lnTo>
                  <a:lnTo>
                    <a:pt x="15671" y="0"/>
                  </a:lnTo>
                  <a:close/>
                </a:path>
              </a:pathLst>
            </a:custGeom>
            <a:solidFill>
              <a:srgbClr val="806C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3"/>
            <p:cNvSpPr/>
            <p:nvPr/>
          </p:nvSpPr>
          <p:spPr>
            <a:xfrm>
              <a:off x="4906261" y="3487671"/>
              <a:ext cx="1317007" cy="300357"/>
            </a:xfrm>
            <a:custGeom>
              <a:rect b="b" l="l" r="r" t="t"/>
              <a:pathLst>
                <a:path extrusionOk="0" h="9818" w="43050">
                  <a:moveTo>
                    <a:pt x="2529" y="0"/>
                  </a:moveTo>
                  <a:lnTo>
                    <a:pt x="2269" y="13"/>
                  </a:lnTo>
                  <a:lnTo>
                    <a:pt x="2021" y="52"/>
                  </a:lnTo>
                  <a:lnTo>
                    <a:pt x="1786" y="118"/>
                  </a:lnTo>
                  <a:lnTo>
                    <a:pt x="1551" y="196"/>
                  </a:lnTo>
                  <a:lnTo>
                    <a:pt x="1330" y="300"/>
                  </a:lnTo>
                  <a:lnTo>
                    <a:pt x="1121" y="431"/>
                  </a:lnTo>
                  <a:lnTo>
                    <a:pt x="926" y="574"/>
                  </a:lnTo>
                  <a:lnTo>
                    <a:pt x="743" y="743"/>
                  </a:lnTo>
                  <a:lnTo>
                    <a:pt x="587" y="926"/>
                  </a:lnTo>
                  <a:lnTo>
                    <a:pt x="430" y="1109"/>
                  </a:lnTo>
                  <a:lnTo>
                    <a:pt x="313" y="1317"/>
                  </a:lnTo>
                  <a:lnTo>
                    <a:pt x="209" y="1539"/>
                  </a:lnTo>
                  <a:lnTo>
                    <a:pt x="117" y="1773"/>
                  </a:lnTo>
                  <a:lnTo>
                    <a:pt x="52" y="2021"/>
                  </a:lnTo>
                  <a:lnTo>
                    <a:pt x="13" y="2269"/>
                  </a:lnTo>
                  <a:lnTo>
                    <a:pt x="0" y="2530"/>
                  </a:lnTo>
                  <a:lnTo>
                    <a:pt x="0" y="6232"/>
                  </a:lnTo>
                  <a:lnTo>
                    <a:pt x="13" y="6415"/>
                  </a:lnTo>
                  <a:lnTo>
                    <a:pt x="26" y="6597"/>
                  </a:lnTo>
                  <a:lnTo>
                    <a:pt x="39" y="6780"/>
                  </a:lnTo>
                  <a:lnTo>
                    <a:pt x="78" y="6949"/>
                  </a:lnTo>
                  <a:lnTo>
                    <a:pt x="117" y="7119"/>
                  </a:lnTo>
                  <a:lnTo>
                    <a:pt x="169" y="7288"/>
                  </a:lnTo>
                  <a:lnTo>
                    <a:pt x="222" y="7458"/>
                  </a:lnTo>
                  <a:lnTo>
                    <a:pt x="287" y="7627"/>
                  </a:lnTo>
                  <a:lnTo>
                    <a:pt x="352" y="7784"/>
                  </a:lnTo>
                  <a:lnTo>
                    <a:pt x="430" y="7940"/>
                  </a:lnTo>
                  <a:lnTo>
                    <a:pt x="522" y="8084"/>
                  </a:lnTo>
                  <a:lnTo>
                    <a:pt x="613" y="8227"/>
                  </a:lnTo>
                  <a:lnTo>
                    <a:pt x="717" y="8370"/>
                  </a:lnTo>
                  <a:lnTo>
                    <a:pt x="821" y="8514"/>
                  </a:lnTo>
                  <a:lnTo>
                    <a:pt x="939" y="8631"/>
                  </a:lnTo>
                  <a:lnTo>
                    <a:pt x="1056" y="8761"/>
                  </a:lnTo>
                  <a:lnTo>
                    <a:pt x="1173" y="8879"/>
                  </a:lnTo>
                  <a:lnTo>
                    <a:pt x="1304" y="8996"/>
                  </a:lnTo>
                  <a:lnTo>
                    <a:pt x="1447" y="9100"/>
                  </a:lnTo>
                  <a:lnTo>
                    <a:pt x="1578" y="9205"/>
                  </a:lnTo>
                  <a:lnTo>
                    <a:pt x="1734" y="9296"/>
                  </a:lnTo>
                  <a:lnTo>
                    <a:pt x="1877" y="9374"/>
                  </a:lnTo>
                  <a:lnTo>
                    <a:pt x="2034" y="9452"/>
                  </a:lnTo>
                  <a:lnTo>
                    <a:pt x="2190" y="9531"/>
                  </a:lnTo>
                  <a:lnTo>
                    <a:pt x="2360" y="9596"/>
                  </a:lnTo>
                  <a:lnTo>
                    <a:pt x="2516" y="9648"/>
                  </a:lnTo>
                  <a:lnTo>
                    <a:pt x="2686" y="9700"/>
                  </a:lnTo>
                  <a:lnTo>
                    <a:pt x="2868" y="9739"/>
                  </a:lnTo>
                  <a:lnTo>
                    <a:pt x="3038" y="9765"/>
                  </a:lnTo>
                  <a:lnTo>
                    <a:pt x="3220" y="9791"/>
                  </a:lnTo>
                  <a:lnTo>
                    <a:pt x="3403" y="9804"/>
                  </a:lnTo>
                  <a:lnTo>
                    <a:pt x="3585" y="9818"/>
                  </a:lnTo>
                  <a:lnTo>
                    <a:pt x="39464" y="9818"/>
                  </a:lnTo>
                  <a:lnTo>
                    <a:pt x="39647" y="9804"/>
                  </a:lnTo>
                  <a:lnTo>
                    <a:pt x="39829" y="9791"/>
                  </a:lnTo>
                  <a:lnTo>
                    <a:pt x="40012" y="9765"/>
                  </a:lnTo>
                  <a:lnTo>
                    <a:pt x="40194" y="9739"/>
                  </a:lnTo>
                  <a:lnTo>
                    <a:pt x="40364" y="9700"/>
                  </a:lnTo>
                  <a:lnTo>
                    <a:pt x="40533" y="9648"/>
                  </a:lnTo>
                  <a:lnTo>
                    <a:pt x="40703" y="9596"/>
                  </a:lnTo>
                  <a:lnTo>
                    <a:pt x="40859" y="9531"/>
                  </a:lnTo>
                  <a:lnTo>
                    <a:pt x="41015" y="9452"/>
                  </a:lnTo>
                  <a:lnTo>
                    <a:pt x="41172" y="9374"/>
                  </a:lnTo>
                  <a:lnTo>
                    <a:pt x="41328" y="9296"/>
                  </a:lnTo>
                  <a:lnTo>
                    <a:pt x="41472" y="9205"/>
                  </a:lnTo>
                  <a:lnTo>
                    <a:pt x="41615" y="9100"/>
                  </a:lnTo>
                  <a:lnTo>
                    <a:pt x="41746" y="8996"/>
                  </a:lnTo>
                  <a:lnTo>
                    <a:pt x="41876" y="8879"/>
                  </a:lnTo>
                  <a:lnTo>
                    <a:pt x="42006" y="8761"/>
                  </a:lnTo>
                  <a:lnTo>
                    <a:pt x="42124" y="8631"/>
                  </a:lnTo>
                  <a:lnTo>
                    <a:pt x="42228" y="8514"/>
                  </a:lnTo>
                  <a:lnTo>
                    <a:pt x="42332" y="8370"/>
                  </a:lnTo>
                  <a:lnTo>
                    <a:pt x="42437" y="8227"/>
                  </a:lnTo>
                  <a:lnTo>
                    <a:pt x="42528" y="8084"/>
                  </a:lnTo>
                  <a:lnTo>
                    <a:pt x="42619" y="7940"/>
                  </a:lnTo>
                  <a:lnTo>
                    <a:pt x="42697" y="7784"/>
                  </a:lnTo>
                  <a:lnTo>
                    <a:pt x="42762" y="7627"/>
                  </a:lnTo>
                  <a:lnTo>
                    <a:pt x="42828" y="7458"/>
                  </a:lnTo>
                  <a:lnTo>
                    <a:pt x="42893" y="7288"/>
                  </a:lnTo>
                  <a:lnTo>
                    <a:pt x="42932" y="7119"/>
                  </a:lnTo>
                  <a:lnTo>
                    <a:pt x="42971" y="6949"/>
                  </a:lnTo>
                  <a:lnTo>
                    <a:pt x="43010" y="6780"/>
                  </a:lnTo>
                  <a:lnTo>
                    <a:pt x="43036" y="6597"/>
                  </a:lnTo>
                  <a:lnTo>
                    <a:pt x="43049" y="6415"/>
                  </a:lnTo>
                  <a:lnTo>
                    <a:pt x="43049" y="6232"/>
                  </a:lnTo>
                  <a:lnTo>
                    <a:pt x="43049" y="2530"/>
                  </a:lnTo>
                  <a:lnTo>
                    <a:pt x="43036" y="2269"/>
                  </a:lnTo>
                  <a:lnTo>
                    <a:pt x="42997" y="2021"/>
                  </a:lnTo>
                  <a:lnTo>
                    <a:pt x="42932" y="1773"/>
                  </a:lnTo>
                  <a:lnTo>
                    <a:pt x="42854" y="1539"/>
                  </a:lnTo>
                  <a:lnTo>
                    <a:pt x="42749" y="1317"/>
                  </a:lnTo>
                  <a:lnTo>
                    <a:pt x="42619" y="1109"/>
                  </a:lnTo>
                  <a:lnTo>
                    <a:pt x="42476" y="926"/>
                  </a:lnTo>
                  <a:lnTo>
                    <a:pt x="42306" y="743"/>
                  </a:lnTo>
                  <a:lnTo>
                    <a:pt x="42124" y="574"/>
                  </a:lnTo>
                  <a:lnTo>
                    <a:pt x="41941" y="431"/>
                  </a:lnTo>
                  <a:lnTo>
                    <a:pt x="41733" y="300"/>
                  </a:lnTo>
                  <a:lnTo>
                    <a:pt x="41511" y="196"/>
                  </a:lnTo>
                  <a:lnTo>
                    <a:pt x="41276" y="118"/>
                  </a:lnTo>
                  <a:lnTo>
                    <a:pt x="41029" y="52"/>
                  </a:lnTo>
                  <a:lnTo>
                    <a:pt x="40781" y="13"/>
                  </a:lnTo>
                  <a:lnTo>
                    <a:pt x="4052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3"/>
            <p:cNvSpPr/>
            <p:nvPr/>
          </p:nvSpPr>
          <p:spPr>
            <a:xfrm>
              <a:off x="5232897" y="3510401"/>
              <a:ext cx="990371" cy="299959"/>
            </a:xfrm>
            <a:custGeom>
              <a:rect b="b" l="l" r="r" t="t"/>
              <a:pathLst>
                <a:path extrusionOk="0" h="9805" w="32373">
                  <a:moveTo>
                    <a:pt x="2530" y="0"/>
                  </a:moveTo>
                  <a:lnTo>
                    <a:pt x="2269" y="14"/>
                  </a:lnTo>
                  <a:lnTo>
                    <a:pt x="2021" y="53"/>
                  </a:lnTo>
                  <a:lnTo>
                    <a:pt x="1787" y="118"/>
                  </a:lnTo>
                  <a:lnTo>
                    <a:pt x="1552" y="196"/>
                  </a:lnTo>
                  <a:lnTo>
                    <a:pt x="1330" y="300"/>
                  </a:lnTo>
                  <a:lnTo>
                    <a:pt x="1122" y="431"/>
                  </a:lnTo>
                  <a:lnTo>
                    <a:pt x="926" y="574"/>
                  </a:lnTo>
                  <a:lnTo>
                    <a:pt x="744" y="744"/>
                  </a:lnTo>
                  <a:lnTo>
                    <a:pt x="587" y="913"/>
                  </a:lnTo>
                  <a:lnTo>
                    <a:pt x="431" y="1109"/>
                  </a:lnTo>
                  <a:lnTo>
                    <a:pt x="313" y="1317"/>
                  </a:lnTo>
                  <a:lnTo>
                    <a:pt x="196" y="1539"/>
                  </a:lnTo>
                  <a:lnTo>
                    <a:pt x="118" y="1774"/>
                  </a:lnTo>
                  <a:lnTo>
                    <a:pt x="53" y="2021"/>
                  </a:lnTo>
                  <a:lnTo>
                    <a:pt x="14" y="2269"/>
                  </a:lnTo>
                  <a:lnTo>
                    <a:pt x="1" y="2530"/>
                  </a:lnTo>
                  <a:lnTo>
                    <a:pt x="1" y="7288"/>
                  </a:lnTo>
                  <a:lnTo>
                    <a:pt x="14" y="7536"/>
                  </a:lnTo>
                  <a:lnTo>
                    <a:pt x="53" y="7797"/>
                  </a:lnTo>
                  <a:lnTo>
                    <a:pt x="118" y="8032"/>
                  </a:lnTo>
                  <a:lnTo>
                    <a:pt x="196" y="8266"/>
                  </a:lnTo>
                  <a:lnTo>
                    <a:pt x="313" y="8488"/>
                  </a:lnTo>
                  <a:lnTo>
                    <a:pt x="431" y="8696"/>
                  </a:lnTo>
                  <a:lnTo>
                    <a:pt x="587" y="8892"/>
                  </a:lnTo>
                  <a:lnTo>
                    <a:pt x="744" y="9075"/>
                  </a:lnTo>
                  <a:lnTo>
                    <a:pt x="926" y="9231"/>
                  </a:lnTo>
                  <a:lnTo>
                    <a:pt x="1122" y="9374"/>
                  </a:lnTo>
                  <a:lnTo>
                    <a:pt x="1330" y="9505"/>
                  </a:lnTo>
                  <a:lnTo>
                    <a:pt x="1552" y="9609"/>
                  </a:lnTo>
                  <a:lnTo>
                    <a:pt x="1787" y="9700"/>
                  </a:lnTo>
                  <a:lnTo>
                    <a:pt x="2021" y="9752"/>
                  </a:lnTo>
                  <a:lnTo>
                    <a:pt x="2269" y="9792"/>
                  </a:lnTo>
                  <a:lnTo>
                    <a:pt x="2530" y="9805"/>
                  </a:lnTo>
                  <a:lnTo>
                    <a:pt x="29843" y="9805"/>
                  </a:lnTo>
                  <a:lnTo>
                    <a:pt x="30104" y="9792"/>
                  </a:lnTo>
                  <a:lnTo>
                    <a:pt x="30352" y="9752"/>
                  </a:lnTo>
                  <a:lnTo>
                    <a:pt x="30599" y="9700"/>
                  </a:lnTo>
                  <a:lnTo>
                    <a:pt x="30834" y="9609"/>
                  </a:lnTo>
                  <a:lnTo>
                    <a:pt x="31056" y="9505"/>
                  </a:lnTo>
                  <a:lnTo>
                    <a:pt x="31264" y="9374"/>
                  </a:lnTo>
                  <a:lnTo>
                    <a:pt x="31447" y="9231"/>
                  </a:lnTo>
                  <a:lnTo>
                    <a:pt x="31629" y="9075"/>
                  </a:lnTo>
                  <a:lnTo>
                    <a:pt x="31799" y="8892"/>
                  </a:lnTo>
                  <a:lnTo>
                    <a:pt x="31942" y="8696"/>
                  </a:lnTo>
                  <a:lnTo>
                    <a:pt x="32072" y="8488"/>
                  </a:lnTo>
                  <a:lnTo>
                    <a:pt x="32177" y="8266"/>
                  </a:lnTo>
                  <a:lnTo>
                    <a:pt x="32255" y="8032"/>
                  </a:lnTo>
                  <a:lnTo>
                    <a:pt x="32320" y="7797"/>
                  </a:lnTo>
                  <a:lnTo>
                    <a:pt x="32359" y="7536"/>
                  </a:lnTo>
                  <a:lnTo>
                    <a:pt x="32372" y="7288"/>
                  </a:lnTo>
                  <a:lnTo>
                    <a:pt x="32372" y="2530"/>
                  </a:lnTo>
                  <a:lnTo>
                    <a:pt x="32359" y="2269"/>
                  </a:lnTo>
                  <a:lnTo>
                    <a:pt x="32320" y="2021"/>
                  </a:lnTo>
                  <a:lnTo>
                    <a:pt x="32255" y="1774"/>
                  </a:lnTo>
                  <a:lnTo>
                    <a:pt x="32177" y="1539"/>
                  </a:lnTo>
                  <a:lnTo>
                    <a:pt x="32072" y="1317"/>
                  </a:lnTo>
                  <a:lnTo>
                    <a:pt x="31942" y="1109"/>
                  </a:lnTo>
                  <a:lnTo>
                    <a:pt x="31799" y="913"/>
                  </a:lnTo>
                  <a:lnTo>
                    <a:pt x="31629" y="744"/>
                  </a:lnTo>
                  <a:lnTo>
                    <a:pt x="31447" y="574"/>
                  </a:lnTo>
                  <a:lnTo>
                    <a:pt x="31264" y="431"/>
                  </a:lnTo>
                  <a:lnTo>
                    <a:pt x="31056" y="300"/>
                  </a:lnTo>
                  <a:lnTo>
                    <a:pt x="30834" y="196"/>
                  </a:lnTo>
                  <a:lnTo>
                    <a:pt x="30599" y="118"/>
                  </a:lnTo>
                  <a:lnTo>
                    <a:pt x="30352" y="53"/>
                  </a:lnTo>
                  <a:lnTo>
                    <a:pt x="30104" y="14"/>
                  </a:lnTo>
                  <a:lnTo>
                    <a:pt x="29843" y="0"/>
                  </a:lnTo>
                  <a:close/>
                </a:path>
              </a:pathLst>
            </a:custGeom>
            <a:solidFill>
              <a:srgbClr val="745F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3"/>
            <p:cNvSpPr/>
            <p:nvPr/>
          </p:nvSpPr>
          <p:spPr>
            <a:xfrm>
              <a:off x="5241677" y="3810330"/>
              <a:ext cx="230545" cy="770992"/>
            </a:xfrm>
            <a:custGeom>
              <a:rect b="b" l="l" r="r" t="t"/>
              <a:pathLst>
                <a:path extrusionOk="0" h="25202" w="7536">
                  <a:moveTo>
                    <a:pt x="3116" y="1"/>
                  </a:moveTo>
                  <a:lnTo>
                    <a:pt x="0" y="25202"/>
                  </a:lnTo>
                  <a:lnTo>
                    <a:pt x="2412" y="25202"/>
                  </a:lnTo>
                  <a:lnTo>
                    <a:pt x="7536" y="1"/>
                  </a:lnTo>
                  <a:close/>
                </a:path>
              </a:pathLst>
            </a:custGeom>
            <a:solidFill>
              <a:srgbClr val="7A65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13"/>
            <p:cNvSpPr/>
            <p:nvPr/>
          </p:nvSpPr>
          <p:spPr>
            <a:xfrm>
              <a:off x="5984708" y="3810330"/>
              <a:ext cx="142041" cy="770992"/>
            </a:xfrm>
            <a:custGeom>
              <a:rect b="b" l="l" r="r" t="t"/>
              <a:pathLst>
                <a:path extrusionOk="0" h="25202" w="4643">
                  <a:moveTo>
                    <a:pt x="1" y="1"/>
                  </a:moveTo>
                  <a:lnTo>
                    <a:pt x="2243" y="25202"/>
                  </a:lnTo>
                  <a:lnTo>
                    <a:pt x="4642" y="25202"/>
                  </a:lnTo>
                  <a:lnTo>
                    <a:pt x="4421" y="1"/>
                  </a:lnTo>
                  <a:close/>
                </a:path>
              </a:pathLst>
            </a:custGeom>
            <a:solidFill>
              <a:srgbClr val="7A65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3"/>
            <p:cNvSpPr/>
            <p:nvPr/>
          </p:nvSpPr>
          <p:spPr>
            <a:xfrm>
              <a:off x="5332996" y="3810330"/>
              <a:ext cx="796935" cy="61858"/>
            </a:xfrm>
            <a:custGeom>
              <a:rect b="b" l="l" r="r" t="t"/>
              <a:pathLst>
                <a:path extrusionOk="0" h="2022" w="26050">
                  <a:moveTo>
                    <a:pt x="1" y="1"/>
                  </a:moveTo>
                  <a:lnTo>
                    <a:pt x="1" y="2021"/>
                  </a:lnTo>
                  <a:lnTo>
                    <a:pt x="26050" y="2021"/>
                  </a:lnTo>
                  <a:lnTo>
                    <a:pt x="26050" y="1"/>
                  </a:lnTo>
                  <a:close/>
                </a:path>
              </a:pathLst>
            </a:custGeom>
            <a:solidFill>
              <a:srgbClr val="7A65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3"/>
            <p:cNvSpPr/>
            <p:nvPr/>
          </p:nvSpPr>
          <p:spPr>
            <a:xfrm>
              <a:off x="4735555" y="3510401"/>
              <a:ext cx="990340" cy="299959"/>
            </a:xfrm>
            <a:custGeom>
              <a:rect b="b" l="l" r="r" t="t"/>
              <a:pathLst>
                <a:path extrusionOk="0" h="9805" w="32372">
                  <a:moveTo>
                    <a:pt x="2529" y="0"/>
                  </a:moveTo>
                  <a:lnTo>
                    <a:pt x="2269" y="14"/>
                  </a:lnTo>
                  <a:lnTo>
                    <a:pt x="2021" y="53"/>
                  </a:lnTo>
                  <a:lnTo>
                    <a:pt x="1786" y="118"/>
                  </a:lnTo>
                  <a:lnTo>
                    <a:pt x="1551" y="196"/>
                  </a:lnTo>
                  <a:lnTo>
                    <a:pt x="1330" y="300"/>
                  </a:lnTo>
                  <a:lnTo>
                    <a:pt x="1121" y="431"/>
                  </a:lnTo>
                  <a:lnTo>
                    <a:pt x="926" y="574"/>
                  </a:lnTo>
                  <a:lnTo>
                    <a:pt x="743" y="744"/>
                  </a:lnTo>
                  <a:lnTo>
                    <a:pt x="587" y="913"/>
                  </a:lnTo>
                  <a:lnTo>
                    <a:pt x="430" y="1109"/>
                  </a:lnTo>
                  <a:lnTo>
                    <a:pt x="313" y="1317"/>
                  </a:lnTo>
                  <a:lnTo>
                    <a:pt x="209" y="1539"/>
                  </a:lnTo>
                  <a:lnTo>
                    <a:pt x="117" y="1774"/>
                  </a:lnTo>
                  <a:lnTo>
                    <a:pt x="52" y="2021"/>
                  </a:lnTo>
                  <a:lnTo>
                    <a:pt x="13" y="2269"/>
                  </a:lnTo>
                  <a:lnTo>
                    <a:pt x="0" y="2530"/>
                  </a:lnTo>
                  <a:lnTo>
                    <a:pt x="0" y="7288"/>
                  </a:lnTo>
                  <a:lnTo>
                    <a:pt x="13" y="7536"/>
                  </a:lnTo>
                  <a:lnTo>
                    <a:pt x="52" y="7797"/>
                  </a:lnTo>
                  <a:lnTo>
                    <a:pt x="117" y="8032"/>
                  </a:lnTo>
                  <a:lnTo>
                    <a:pt x="209" y="8266"/>
                  </a:lnTo>
                  <a:lnTo>
                    <a:pt x="313" y="8488"/>
                  </a:lnTo>
                  <a:lnTo>
                    <a:pt x="430" y="8696"/>
                  </a:lnTo>
                  <a:lnTo>
                    <a:pt x="587" y="8892"/>
                  </a:lnTo>
                  <a:lnTo>
                    <a:pt x="743" y="9075"/>
                  </a:lnTo>
                  <a:lnTo>
                    <a:pt x="926" y="9231"/>
                  </a:lnTo>
                  <a:lnTo>
                    <a:pt x="1121" y="9374"/>
                  </a:lnTo>
                  <a:lnTo>
                    <a:pt x="1330" y="9505"/>
                  </a:lnTo>
                  <a:lnTo>
                    <a:pt x="1551" y="9609"/>
                  </a:lnTo>
                  <a:lnTo>
                    <a:pt x="1786" y="9700"/>
                  </a:lnTo>
                  <a:lnTo>
                    <a:pt x="2021" y="9752"/>
                  </a:lnTo>
                  <a:lnTo>
                    <a:pt x="2269" y="9792"/>
                  </a:lnTo>
                  <a:lnTo>
                    <a:pt x="2529" y="9805"/>
                  </a:lnTo>
                  <a:lnTo>
                    <a:pt x="29843" y="9805"/>
                  </a:lnTo>
                  <a:lnTo>
                    <a:pt x="30103" y="9792"/>
                  </a:lnTo>
                  <a:lnTo>
                    <a:pt x="30351" y="9752"/>
                  </a:lnTo>
                  <a:lnTo>
                    <a:pt x="30599" y="9700"/>
                  </a:lnTo>
                  <a:lnTo>
                    <a:pt x="30833" y="9609"/>
                  </a:lnTo>
                  <a:lnTo>
                    <a:pt x="31055" y="9505"/>
                  </a:lnTo>
                  <a:lnTo>
                    <a:pt x="31264" y="9374"/>
                  </a:lnTo>
                  <a:lnTo>
                    <a:pt x="31459" y="9231"/>
                  </a:lnTo>
                  <a:lnTo>
                    <a:pt x="31629" y="9075"/>
                  </a:lnTo>
                  <a:lnTo>
                    <a:pt x="31798" y="8892"/>
                  </a:lnTo>
                  <a:lnTo>
                    <a:pt x="31942" y="8696"/>
                  </a:lnTo>
                  <a:lnTo>
                    <a:pt x="32072" y="8488"/>
                  </a:lnTo>
                  <a:lnTo>
                    <a:pt x="32176" y="8266"/>
                  </a:lnTo>
                  <a:lnTo>
                    <a:pt x="32254" y="8032"/>
                  </a:lnTo>
                  <a:lnTo>
                    <a:pt x="32320" y="7797"/>
                  </a:lnTo>
                  <a:lnTo>
                    <a:pt x="32359" y="7536"/>
                  </a:lnTo>
                  <a:lnTo>
                    <a:pt x="32372" y="7288"/>
                  </a:lnTo>
                  <a:lnTo>
                    <a:pt x="32372" y="2530"/>
                  </a:lnTo>
                  <a:lnTo>
                    <a:pt x="32359" y="2269"/>
                  </a:lnTo>
                  <a:lnTo>
                    <a:pt x="32320" y="2021"/>
                  </a:lnTo>
                  <a:lnTo>
                    <a:pt x="32254" y="1774"/>
                  </a:lnTo>
                  <a:lnTo>
                    <a:pt x="32176" y="1539"/>
                  </a:lnTo>
                  <a:lnTo>
                    <a:pt x="32072" y="1317"/>
                  </a:lnTo>
                  <a:lnTo>
                    <a:pt x="31942" y="1109"/>
                  </a:lnTo>
                  <a:lnTo>
                    <a:pt x="31798" y="913"/>
                  </a:lnTo>
                  <a:lnTo>
                    <a:pt x="31629" y="744"/>
                  </a:lnTo>
                  <a:lnTo>
                    <a:pt x="31459" y="574"/>
                  </a:lnTo>
                  <a:lnTo>
                    <a:pt x="31264" y="431"/>
                  </a:lnTo>
                  <a:lnTo>
                    <a:pt x="31055" y="300"/>
                  </a:lnTo>
                  <a:lnTo>
                    <a:pt x="30833" y="196"/>
                  </a:lnTo>
                  <a:lnTo>
                    <a:pt x="30599" y="118"/>
                  </a:lnTo>
                  <a:lnTo>
                    <a:pt x="30351" y="53"/>
                  </a:lnTo>
                  <a:lnTo>
                    <a:pt x="30103" y="14"/>
                  </a:lnTo>
                  <a:lnTo>
                    <a:pt x="29843" y="0"/>
                  </a:lnTo>
                  <a:close/>
                </a:path>
              </a:pathLst>
            </a:custGeom>
            <a:solidFill>
              <a:srgbClr val="806C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3"/>
            <p:cNvSpPr/>
            <p:nvPr/>
          </p:nvSpPr>
          <p:spPr>
            <a:xfrm>
              <a:off x="4572405" y="2227321"/>
              <a:ext cx="380938" cy="1587017"/>
            </a:xfrm>
            <a:custGeom>
              <a:rect b="b" l="l" r="r" t="t"/>
              <a:pathLst>
                <a:path extrusionOk="0" h="51876" w="12452">
                  <a:moveTo>
                    <a:pt x="5972" y="0"/>
                  </a:moveTo>
                  <a:lnTo>
                    <a:pt x="1526" y="430"/>
                  </a:lnTo>
                  <a:lnTo>
                    <a:pt x="1357" y="456"/>
                  </a:lnTo>
                  <a:lnTo>
                    <a:pt x="1187" y="496"/>
                  </a:lnTo>
                  <a:lnTo>
                    <a:pt x="1031" y="561"/>
                  </a:lnTo>
                  <a:lnTo>
                    <a:pt x="887" y="626"/>
                  </a:lnTo>
                  <a:lnTo>
                    <a:pt x="744" y="717"/>
                  </a:lnTo>
                  <a:lnTo>
                    <a:pt x="614" y="809"/>
                  </a:lnTo>
                  <a:lnTo>
                    <a:pt x="496" y="913"/>
                  </a:lnTo>
                  <a:lnTo>
                    <a:pt x="379" y="1043"/>
                  </a:lnTo>
                  <a:lnTo>
                    <a:pt x="288" y="1161"/>
                  </a:lnTo>
                  <a:lnTo>
                    <a:pt x="209" y="1304"/>
                  </a:lnTo>
                  <a:lnTo>
                    <a:pt x="131" y="1447"/>
                  </a:lnTo>
                  <a:lnTo>
                    <a:pt x="79" y="1604"/>
                  </a:lnTo>
                  <a:lnTo>
                    <a:pt x="40" y="1760"/>
                  </a:lnTo>
                  <a:lnTo>
                    <a:pt x="14" y="1930"/>
                  </a:lnTo>
                  <a:lnTo>
                    <a:pt x="1" y="2099"/>
                  </a:lnTo>
                  <a:lnTo>
                    <a:pt x="14" y="2269"/>
                  </a:lnTo>
                  <a:lnTo>
                    <a:pt x="4642" y="50364"/>
                  </a:lnTo>
                  <a:lnTo>
                    <a:pt x="4668" y="50533"/>
                  </a:lnTo>
                  <a:lnTo>
                    <a:pt x="4707" y="50690"/>
                  </a:lnTo>
                  <a:lnTo>
                    <a:pt x="4759" y="50846"/>
                  </a:lnTo>
                  <a:lnTo>
                    <a:pt x="4838" y="51002"/>
                  </a:lnTo>
                  <a:lnTo>
                    <a:pt x="4916" y="51133"/>
                  </a:lnTo>
                  <a:lnTo>
                    <a:pt x="5020" y="51263"/>
                  </a:lnTo>
                  <a:lnTo>
                    <a:pt x="5124" y="51394"/>
                  </a:lnTo>
                  <a:lnTo>
                    <a:pt x="5242" y="51498"/>
                  </a:lnTo>
                  <a:lnTo>
                    <a:pt x="5372" y="51589"/>
                  </a:lnTo>
                  <a:lnTo>
                    <a:pt x="5516" y="51680"/>
                  </a:lnTo>
                  <a:lnTo>
                    <a:pt x="5659" y="51746"/>
                  </a:lnTo>
                  <a:lnTo>
                    <a:pt x="5815" y="51811"/>
                  </a:lnTo>
                  <a:lnTo>
                    <a:pt x="5972" y="51850"/>
                  </a:lnTo>
                  <a:lnTo>
                    <a:pt x="6141" y="51876"/>
                  </a:lnTo>
                  <a:lnTo>
                    <a:pt x="6480" y="51876"/>
                  </a:lnTo>
                  <a:lnTo>
                    <a:pt x="10926" y="51446"/>
                  </a:lnTo>
                  <a:lnTo>
                    <a:pt x="11096" y="51420"/>
                  </a:lnTo>
                  <a:lnTo>
                    <a:pt x="11265" y="51381"/>
                  </a:lnTo>
                  <a:lnTo>
                    <a:pt x="11421" y="51328"/>
                  </a:lnTo>
                  <a:lnTo>
                    <a:pt x="11565" y="51250"/>
                  </a:lnTo>
                  <a:lnTo>
                    <a:pt x="11708" y="51172"/>
                  </a:lnTo>
                  <a:lnTo>
                    <a:pt x="11839" y="51068"/>
                  </a:lnTo>
                  <a:lnTo>
                    <a:pt x="11956" y="50963"/>
                  </a:lnTo>
                  <a:lnTo>
                    <a:pt x="12060" y="50846"/>
                  </a:lnTo>
                  <a:lnTo>
                    <a:pt x="12165" y="50716"/>
                  </a:lnTo>
                  <a:lnTo>
                    <a:pt x="12243" y="50572"/>
                  </a:lnTo>
                  <a:lnTo>
                    <a:pt x="12321" y="50429"/>
                  </a:lnTo>
                  <a:lnTo>
                    <a:pt x="12373" y="50272"/>
                  </a:lnTo>
                  <a:lnTo>
                    <a:pt x="12412" y="50116"/>
                  </a:lnTo>
                  <a:lnTo>
                    <a:pt x="12438" y="49946"/>
                  </a:lnTo>
                  <a:lnTo>
                    <a:pt x="12451" y="49777"/>
                  </a:lnTo>
                  <a:lnTo>
                    <a:pt x="12438" y="49607"/>
                  </a:lnTo>
                  <a:lnTo>
                    <a:pt x="7810" y="1513"/>
                  </a:lnTo>
                  <a:lnTo>
                    <a:pt x="7784" y="1343"/>
                  </a:lnTo>
                  <a:lnTo>
                    <a:pt x="7745" y="1187"/>
                  </a:lnTo>
                  <a:lnTo>
                    <a:pt x="7680" y="1030"/>
                  </a:lnTo>
                  <a:lnTo>
                    <a:pt x="7615" y="874"/>
                  </a:lnTo>
                  <a:lnTo>
                    <a:pt x="7536" y="743"/>
                  </a:lnTo>
                  <a:lnTo>
                    <a:pt x="7432" y="613"/>
                  </a:lnTo>
                  <a:lnTo>
                    <a:pt x="7328" y="483"/>
                  </a:lnTo>
                  <a:lnTo>
                    <a:pt x="7197" y="378"/>
                  </a:lnTo>
                  <a:lnTo>
                    <a:pt x="7080" y="287"/>
                  </a:lnTo>
                  <a:lnTo>
                    <a:pt x="6937" y="196"/>
                  </a:lnTo>
                  <a:lnTo>
                    <a:pt x="6793" y="131"/>
                  </a:lnTo>
                  <a:lnTo>
                    <a:pt x="6637" y="65"/>
                  </a:lnTo>
                  <a:lnTo>
                    <a:pt x="6480" y="26"/>
                  </a:lnTo>
                  <a:lnTo>
                    <a:pt x="6311" y="0"/>
                  </a:lnTo>
                  <a:close/>
                </a:path>
              </a:pathLst>
            </a:custGeom>
            <a:solidFill>
              <a:srgbClr val="745F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3"/>
            <p:cNvSpPr/>
            <p:nvPr/>
          </p:nvSpPr>
          <p:spPr>
            <a:xfrm>
              <a:off x="4744702" y="3810330"/>
              <a:ext cx="230178" cy="770992"/>
            </a:xfrm>
            <a:custGeom>
              <a:rect b="b" l="l" r="r" t="t"/>
              <a:pathLst>
                <a:path extrusionOk="0" h="25202" w="7524">
                  <a:moveTo>
                    <a:pt x="3104" y="1"/>
                  </a:moveTo>
                  <a:lnTo>
                    <a:pt x="1" y="25202"/>
                  </a:lnTo>
                  <a:lnTo>
                    <a:pt x="2400" y="25202"/>
                  </a:lnTo>
                  <a:lnTo>
                    <a:pt x="752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p:nvPr/>
          </p:nvSpPr>
          <p:spPr>
            <a:xfrm>
              <a:off x="5487366" y="3810330"/>
              <a:ext cx="135249" cy="770992"/>
            </a:xfrm>
            <a:custGeom>
              <a:rect b="b" l="l" r="r" t="t"/>
              <a:pathLst>
                <a:path extrusionOk="0" h="25202" w="4421">
                  <a:moveTo>
                    <a:pt x="0" y="1"/>
                  </a:moveTo>
                  <a:lnTo>
                    <a:pt x="1995" y="25202"/>
                  </a:lnTo>
                  <a:lnTo>
                    <a:pt x="4394" y="25202"/>
                  </a:lnTo>
                  <a:lnTo>
                    <a:pt x="442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3"/>
            <p:cNvSpPr/>
            <p:nvPr/>
          </p:nvSpPr>
          <p:spPr>
            <a:xfrm>
              <a:off x="4835654" y="3810330"/>
              <a:ext cx="793722" cy="61858"/>
            </a:xfrm>
            <a:custGeom>
              <a:rect b="b" l="l" r="r" t="t"/>
              <a:pathLst>
                <a:path extrusionOk="0" h="2022" w="25945">
                  <a:moveTo>
                    <a:pt x="0" y="1"/>
                  </a:moveTo>
                  <a:lnTo>
                    <a:pt x="0" y="2021"/>
                  </a:lnTo>
                  <a:lnTo>
                    <a:pt x="25945" y="2021"/>
                  </a:lnTo>
                  <a:lnTo>
                    <a:pt x="2594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3"/>
            <p:cNvSpPr/>
            <p:nvPr/>
          </p:nvSpPr>
          <p:spPr>
            <a:xfrm>
              <a:off x="4741123" y="3510799"/>
              <a:ext cx="189490" cy="288793"/>
            </a:xfrm>
            <a:custGeom>
              <a:rect b="b" l="l" r="r" t="t"/>
              <a:pathLst>
                <a:path extrusionOk="0" fill="none" h="9440" w="6194">
                  <a:moveTo>
                    <a:pt x="6193" y="1"/>
                  </a:moveTo>
                  <a:lnTo>
                    <a:pt x="1" y="9440"/>
                  </a:lnTo>
                </a:path>
              </a:pathLst>
            </a:custGeom>
            <a:noFill/>
            <a:ln cap="rnd" cmpd="sng" w="21175">
              <a:solidFill>
                <a:srgbClr val="6651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3"/>
            <p:cNvSpPr/>
            <p:nvPr/>
          </p:nvSpPr>
          <p:spPr>
            <a:xfrm>
              <a:off x="7821787" y="2227719"/>
              <a:ext cx="677685" cy="1514849"/>
            </a:xfrm>
            <a:custGeom>
              <a:rect b="b" l="l" r="r" t="t"/>
              <a:pathLst>
                <a:path extrusionOk="0" h="49517" w="22152">
                  <a:moveTo>
                    <a:pt x="6494" y="0"/>
                  </a:moveTo>
                  <a:lnTo>
                    <a:pt x="6298" y="13"/>
                  </a:lnTo>
                  <a:lnTo>
                    <a:pt x="6102" y="39"/>
                  </a:lnTo>
                  <a:lnTo>
                    <a:pt x="5920" y="91"/>
                  </a:lnTo>
                  <a:lnTo>
                    <a:pt x="5750" y="157"/>
                  </a:lnTo>
                  <a:lnTo>
                    <a:pt x="5581" y="235"/>
                  </a:lnTo>
                  <a:lnTo>
                    <a:pt x="5425" y="339"/>
                  </a:lnTo>
                  <a:lnTo>
                    <a:pt x="5281" y="443"/>
                  </a:lnTo>
                  <a:lnTo>
                    <a:pt x="5138" y="574"/>
                  </a:lnTo>
                  <a:lnTo>
                    <a:pt x="5020" y="704"/>
                  </a:lnTo>
                  <a:lnTo>
                    <a:pt x="4903" y="848"/>
                  </a:lnTo>
                  <a:lnTo>
                    <a:pt x="4812" y="1017"/>
                  </a:lnTo>
                  <a:lnTo>
                    <a:pt x="4720" y="1187"/>
                  </a:lnTo>
                  <a:lnTo>
                    <a:pt x="4655" y="1356"/>
                  </a:lnTo>
                  <a:lnTo>
                    <a:pt x="4616" y="1552"/>
                  </a:lnTo>
                  <a:lnTo>
                    <a:pt x="4590" y="1747"/>
                  </a:lnTo>
                  <a:lnTo>
                    <a:pt x="1" y="49360"/>
                  </a:lnTo>
                  <a:lnTo>
                    <a:pt x="1" y="49399"/>
                  </a:lnTo>
                  <a:lnTo>
                    <a:pt x="40" y="49438"/>
                  </a:lnTo>
                  <a:lnTo>
                    <a:pt x="92" y="49464"/>
                  </a:lnTo>
                  <a:lnTo>
                    <a:pt x="170" y="49490"/>
                  </a:lnTo>
                  <a:lnTo>
                    <a:pt x="275" y="49503"/>
                  </a:lnTo>
                  <a:lnTo>
                    <a:pt x="405" y="49516"/>
                  </a:lnTo>
                  <a:lnTo>
                    <a:pt x="705" y="49503"/>
                  </a:lnTo>
                  <a:lnTo>
                    <a:pt x="1096" y="49477"/>
                  </a:lnTo>
                  <a:lnTo>
                    <a:pt x="1552" y="49425"/>
                  </a:lnTo>
                  <a:lnTo>
                    <a:pt x="2061" y="49347"/>
                  </a:lnTo>
                  <a:lnTo>
                    <a:pt x="2648" y="49242"/>
                  </a:lnTo>
                  <a:lnTo>
                    <a:pt x="3273" y="49125"/>
                  </a:lnTo>
                  <a:lnTo>
                    <a:pt x="3938" y="48995"/>
                  </a:lnTo>
                  <a:lnTo>
                    <a:pt x="5398" y="48695"/>
                  </a:lnTo>
                  <a:lnTo>
                    <a:pt x="6950" y="48343"/>
                  </a:lnTo>
                  <a:lnTo>
                    <a:pt x="8553" y="47978"/>
                  </a:lnTo>
                  <a:lnTo>
                    <a:pt x="10170" y="47587"/>
                  </a:lnTo>
                  <a:lnTo>
                    <a:pt x="11735" y="47209"/>
                  </a:lnTo>
                  <a:lnTo>
                    <a:pt x="14499" y="46505"/>
                  </a:lnTo>
                  <a:lnTo>
                    <a:pt x="16454" y="45996"/>
                  </a:lnTo>
                  <a:lnTo>
                    <a:pt x="17197" y="45801"/>
                  </a:lnTo>
                  <a:lnTo>
                    <a:pt x="22151" y="13"/>
                  </a:lnTo>
                  <a:lnTo>
                    <a:pt x="6689" y="13"/>
                  </a:lnTo>
                  <a:lnTo>
                    <a:pt x="6494" y="0"/>
                  </a:lnTo>
                  <a:close/>
                </a:path>
              </a:pathLst>
            </a:custGeom>
            <a:solidFill>
              <a:srgbClr val="806C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3"/>
            <p:cNvSpPr/>
            <p:nvPr/>
          </p:nvSpPr>
          <p:spPr>
            <a:xfrm>
              <a:off x="7036080" y="3487671"/>
              <a:ext cx="1317007" cy="300357"/>
            </a:xfrm>
            <a:custGeom>
              <a:rect b="b" l="l" r="r" t="t"/>
              <a:pathLst>
                <a:path extrusionOk="0" h="9818" w="43050">
                  <a:moveTo>
                    <a:pt x="2530" y="0"/>
                  </a:moveTo>
                  <a:lnTo>
                    <a:pt x="2269" y="13"/>
                  </a:lnTo>
                  <a:lnTo>
                    <a:pt x="2021" y="52"/>
                  </a:lnTo>
                  <a:lnTo>
                    <a:pt x="1787" y="118"/>
                  </a:lnTo>
                  <a:lnTo>
                    <a:pt x="1552" y="196"/>
                  </a:lnTo>
                  <a:lnTo>
                    <a:pt x="1330" y="300"/>
                  </a:lnTo>
                  <a:lnTo>
                    <a:pt x="1122" y="431"/>
                  </a:lnTo>
                  <a:lnTo>
                    <a:pt x="926" y="574"/>
                  </a:lnTo>
                  <a:lnTo>
                    <a:pt x="744" y="743"/>
                  </a:lnTo>
                  <a:lnTo>
                    <a:pt x="587" y="926"/>
                  </a:lnTo>
                  <a:lnTo>
                    <a:pt x="431" y="1109"/>
                  </a:lnTo>
                  <a:lnTo>
                    <a:pt x="313" y="1317"/>
                  </a:lnTo>
                  <a:lnTo>
                    <a:pt x="209" y="1539"/>
                  </a:lnTo>
                  <a:lnTo>
                    <a:pt x="118" y="1773"/>
                  </a:lnTo>
                  <a:lnTo>
                    <a:pt x="53" y="2021"/>
                  </a:lnTo>
                  <a:lnTo>
                    <a:pt x="13" y="2269"/>
                  </a:lnTo>
                  <a:lnTo>
                    <a:pt x="0" y="2530"/>
                  </a:lnTo>
                  <a:lnTo>
                    <a:pt x="0" y="6232"/>
                  </a:lnTo>
                  <a:lnTo>
                    <a:pt x="13" y="6415"/>
                  </a:lnTo>
                  <a:lnTo>
                    <a:pt x="26" y="6597"/>
                  </a:lnTo>
                  <a:lnTo>
                    <a:pt x="53" y="6780"/>
                  </a:lnTo>
                  <a:lnTo>
                    <a:pt x="79" y="6949"/>
                  </a:lnTo>
                  <a:lnTo>
                    <a:pt x="118" y="7119"/>
                  </a:lnTo>
                  <a:lnTo>
                    <a:pt x="170" y="7288"/>
                  </a:lnTo>
                  <a:lnTo>
                    <a:pt x="222" y="7458"/>
                  </a:lnTo>
                  <a:lnTo>
                    <a:pt x="287" y="7627"/>
                  </a:lnTo>
                  <a:lnTo>
                    <a:pt x="352" y="7784"/>
                  </a:lnTo>
                  <a:lnTo>
                    <a:pt x="444" y="7940"/>
                  </a:lnTo>
                  <a:lnTo>
                    <a:pt x="522" y="8084"/>
                  </a:lnTo>
                  <a:lnTo>
                    <a:pt x="613" y="8227"/>
                  </a:lnTo>
                  <a:lnTo>
                    <a:pt x="717" y="8370"/>
                  </a:lnTo>
                  <a:lnTo>
                    <a:pt x="822" y="8514"/>
                  </a:lnTo>
                  <a:lnTo>
                    <a:pt x="939" y="8631"/>
                  </a:lnTo>
                  <a:lnTo>
                    <a:pt x="1056" y="8761"/>
                  </a:lnTo>
                  <a:lnTo>
                    <a:pt x="1174" y="8879"/>
                  </a:lnTo>
                  <a:lnTo>
                    <a:pt x="1304" y="8996"/>
                  </a:lnTo>
                  <a:lnTo>
                    <a:pt x="1448" y="9100"/>
                  </a:lnTo>
                  <a:lnTo>
                    <a:pt x="1591" y="9205"/>
                  </a:lnTo>
                  <a:lnTo>
                    <a:pt x="1734" y="9296"/>
                  </a:lnTo>
                  <a:lnTo>
                    <a:pt x="1878" y="9374"/>
                  </a:lnTo>
                  <a:lnTo>
                    <a:pt x="2034" y="9452"/>
                  </a:lnTo>
                  <a:lnTo>
                    <a:pt x="2191" y="9531"/>
                  </a:lnTo>
                  <a:lnTo>
                    <a:pt x="2360" y="9596"/>
                  </a:lnTo>
                  <a:lnTo>
                    <a:pt x="2530" y="9648"/>
                  </a:lnTo>
                  <a:lnTo>
                    <a:pt x="2699" y="9700"/>
                  </a:lnTo>
                  <a:lnTo>
                    <a:pt x="2869" y="9739"/>
                  </a:lnTo>
                  <a:lnTo>
                    <a:pt x="3038" y="9765"/>
                  </a:lnTo>
                  <a:lnTo>
                    <a:pt x="3221" y="9791"/>
                  </a:lnTo>
                  <a:lnTo>
                    <a:pt x="3403" y="9804"/>
                  </a:lnTo>
                  <a:lnTo>
                    <a:pt x="3586" y="9818"/>
                  </a:lnTo>
                  <a:lnTo>
                    <a:pt x="39464" y="9818"/>
                  </a:lnTo>
                  <a:lnTo>
                    <a:pt x="39647" y="9804"/>
                  </a:lnTo>
                  <a:lnTo>
                    <a:pt x="39829" y="9791"/>
                  </a:lnTo>
                  <a:lnTo>
                    <a:pt x="40012" y="9765"/>
                  </a:lnTo>
                  <a:lnTo>
                    <a:pt x="40195" y="9739"/>
                  </a:lnTo>
                  <a:lnTo>
                    <a:pt x="40364" y="9700"/>
                  </a:lnTo>
                  <a:lnTo>
                    <a:pt x="40534" y="9648"/>
                  </a:lnTo>
                  <a:lnTo>
                    <a:pt x="40703" y="9596"/>
                  </a:lnTo>
                  <a:lnTo>
                    <a:pt x="40859" y="9531"/>
                  </a:lnTo>
                  <a:lnTo>
                    <a:pt x="41016" y="9452"/>
                  </a:lnTo>
                  <a:lnTo>
                    <a:pt x="41172" y="9374"/>
                  </a:lnTo>
                  <a:lnTo>
                    <a:pt x="41329" y="9296"/>
                  </a:lnTo>
                  <a:lnTo>
                    <a:pt x="41472" y="9205"/>
                  </a:lnTo>
                  <a:lnTo>
                    <a:pt x="41616" y="9100"/>
                  </a:lnTo>
                  <a:lnTo>
                    <a:pt x="41746" y="8996"/>
                  </a:lnTo>
                  <a:lnTo>
                    <a:pt x="41876" y="8879"/>
                  </a:lnTo>
                  <a:lnTo>
                    <a:pt x="42007" y="8761"/>
                  </a:lnTo>
                  <a:lnTo>
                    <a:pt x="42124" y="8631"/>
                  </a:lnTo>
                  <a:lnTo>
                    <a:pt x="42228" y="8514"/>
                  </a:lnTo>
                  <a:lnTo>
                    <a:pt x="42346" y="8370"/>
                  </a:lnTo>
                  <a:lnTo>
                    <a:pt x="42437" y="8227"/>
                  </a:lnTo>
                  <a:lnTo>
                    <a:pt x="42528" y="8084"/>
                  </a:lnTo>
                  <a:lnTo>
                    <a:pt x="42619" y="7940"/>
                  </a:lnTo>
                  <a:lnTo>
                    <a:pt x="42698" y="7784"/>
                  </a:lnTo>
                  <a:lnTo>
                    <a:pt x="42776" y="7627"/>
                  </a:lnTo>
                  <a:lnTo>
                    <a:pt x="42828" y="7458"/>
                  </a:lnTo>
                  <a:lnTo>
                    <a:pt x="42893" y="7288"/>
                  </a:lnTo>
                  <a:lnTo>
                    <a:pt x="42932" y="7119"/>
                  </a:lnTo>
                  <a:lnTo>
                    <a:pt x="42985" y="6949"/>
                  </a:lnTo>
                  <a:lnTo>
                    <a:pt x="43011" y="6780"/>
                  </a:lnTo>
                  <a:lnTo>
                    <a:pt x="43037" y="6597"/>
                  </a:lnTo>
                  <a:lnTo>
                    <a:pt x="43050" y="6415"/>
                  </a:lnTo>
                  <a:lnTo>
                    <a:pt x="43050" y="6232"/>
                  </a:lnTo>
                  <a:lnTo>
                    <a:pt x="43050" y="2530"/>
                  </a:lnTo>
                  <a:lnTo>
                    <a:pt x="43037" y="2269"/>
                  </a:lnTo>
                  <a:lnTo>
                    <a:pt x="42998" y="2021"/>
                  </a:lnTo>
                  <a:lnTo>
                    <a:pt x="42932" y="1773"/>
                  </a:lnTo>
                  <a:lnTo>
                    <a:pt x="42854" y="1539"/>
                  </a:lnTo>
                  <a:lnTo>
                    <a:pt x="42750" y="1317"/>
                  </a:lnTo>
                  <a:lnTo>
                    <a:pt x="42619" y="1109"/>
                  </a:lnTo>
                  <a:lnTo>
                    <a:pt x="42476" y="926"/>
                  </a:lnTo>
                  <a:lnTo>
                    <a:pt x="42307" y="743"/>
                  </a:lnTo>
                  <a:lnTo>
                    <a:pt x="42137" y="574"/>
                  </a:lnTo>
                  <a:lnTo>
                    <a:pt x="41942" y="431"/>
                  </a:lnTo>
                  <a:lnTo>
                    <a:pt x="41733" y="300"/>
                  </a:lnTo>
                  <a:lnTo>
                    <a:pt x="41511" y="196"/>
                  </a:lnTo>
                  <a:lnTo>
                    <a:pt x="41277" y="118"/>
                  </a:lnTo>
                  <a:lnTo>
                    <a:pt x="41029" y="52"/>
                  </a:lnTo>
                  <a:lnTo>
                    <a:pt x="40781" y="13"/>
                  </a:lnTo>
                  <a:lnTo>
                    <a:pt x="4052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3"/>
            <p:cNvSpPr/>
            <p:nvPr/>
          </p:nvSpPr>
          <p:spPr>
            <a:xfrm>
              <a:off x="7036080" y="3510401"/>
              <a:ext cx="990371" cy="299959"/>
            </a:xfrm>
            <a:custGeom>
              <a:rect b="b" l="l" r="r" t="t"/>
              <a:pathLst>
                <a:path extrusionOk="0" h="9805" w="32373">
                  <a:moveTo>
                    <a:pt x="2530" y="0"/>
                  </a:moveTo>
                  <a:lnTo>
                    <a:pt x="2269" y="14"/>
                  </a:lnTo>
                  <a:lnTo>
                    <a:pt x="2021" y="53"/>
                  </a:lnTo>
                  <a:lnTo>
                    <a:pt x="1787" y="118"/>
                  </a:lnTo>
                  <a:lnTo>
                    <a:pt x="1552" y="196"/>
                  </a:lnTo>
                  <a:lnTo>
                    <a:pt x="1330" y="300"/>
                  </a:lnTo>
                  <a:lnTo>
                    <a:pt x="1122" y="431"/>
                  </a:lnTo>
                  <a:lnTo>
                    <a:pt x="926" y="574"/>
                  </a:lnTo>
                  <a:lnTo>
                    <a:pt x="744" y="744"/>
                  </a:lnTo>
                  <a:lnTo>
                    <a:pt x="587" y="913"/>
                  </a:lnTo>
                  <a:lnTo>
                    <a:pt x="431" y="1109"/>
                  </a:lnTo>
                  <a:lnTo>
                    <a:pt x="313" y="1317"/>
                  </a:lnTo>
                  <a:lnTo>
                    <a:pt x="209" y="1539"/>
                  </a:lnTo>
                  <a:lnTo>
                    <a:pt x="118" y="1774"/>
                  </a:lnTo>
                  <a:lnTo>
                    <a:pt x="53" y="2021"/>
                  </a:lnTo>
                  <a:lnTo>
                    <a:pt x="13" y="2269"/>
                  </a:lnTo>
                  <a:lnTo>
                    <a:pt x="0" y="2530"/>
                  </a:lnTo>
                  <a:lnTo>
                    <a:pt x="0" y="7288"/>
                  </a:lnTo>
                  <a:lnTo>
                    <a:pt x="13" y="7536"/>
                  </a:lnTo>
                  <a:lnTo>
                    <a:pt x="53" y="7797"/>
                  </a:lnTo>
                  <a:lnTo>
                    <a:pt x="118" y="8032"/>
                  </a:lnTo>
                  <a:lnTo>
                    <a:pt x="209" y="8266"/>
                  </a:lnTo>
                  <a:lnTo>
                    <a:pt x="313" y="8488"/>
                  </a:lnTo>
                  <a:lnTo>
                    <a:pt x="431" y="8696"/>
                  </a:lnTo>
                  <a:lnTo>
                    <a:pt x="587" y="8892"/>
                  </a:lnTo>
                  <a:lnTo>
                    <a:pt x="744" y="9075"/>
                  </a:lnTo>
                  <a:lnTo>
                    <a:pt x="926" y="9231"/>
                  </a:lnTo>
                  <a:lnTo>
                    <a:pt x="1122" y="9374"/>
                  </a:lnTo>
                  <a:lnTo>
                    <a:pt x="1330" y="9505"/>
                  </a:lnTo>
                  <a:lnTo>
                    <a:pt x="1552" y="9609"/>
                  </a:lnTo>
                  <a:lnTo>
                    <a:pt x="1787" y="9700"/>
                  </a:lnTo>
                  <a:lnTo>
                    <a:pt x="2021" y="9752"/>
                  </a:lnTo>
                  <a:lnTo>
                    <a:pt x="2269" y="9792"/>
                  </a:lnTo>
                  <a:lnTo>
                    <a:pt x="2530" y="9805"/>
                  </a:lnTo>
                  <a:lnTo>
                    <a:pt x="29843" y="9805"/>
                  </a:lnTo>
                  <a:lnTo>
                    <a:pt x="30104" y="9792"/>
                  </a:lnTo>
                  <a:lnTo>
                    <a:pt x="30351" y="9752"/>
                  </a:lnTo>
                  <a:lnTo>
                    <a:pt x="30599" y="9700"/>
                  </a:lnTo>
                  <a:lnTo>
                    <a:pt x="30834" y="9609"/>
                  </a:lnTo>
                  <a:lnTo>
                    <a:pt x="31055" y="9505"/>
                  </a:lnTo>
                  <a:lnTo>
                    <a:pt x="31264" y="9374"/>
                  </a:lnTo>
                  <a:lnTo>
                    <a:pt x="31460" y="9231"/>
                  </a:lnTo>
                  <a:lnTo>
                    <a:pt x="31629" y="9075"/>
                  </a:lnTo>
                  <a:lnTo>
                    <a:pt x="31798" y="8892"/>
                  </a:lnTo>
                  <a:lnTo>
                    <a:pt x="31942" y="8696"/>
                  </a:lnTo>
                  <a:lnTo>
                    <a:pt x="32072" y="8488"/>
                  </a:lnTo>
                  <a:lnTo>
                    <a:pt x="32177" y="8266"/>
                  </a:lnTo>
                  <a:lnTo>
                    <a:pt x="32255" y="8032"/>
                  </a:lnTo>
                  <a:lnTo>
                    <a:pt x="32320" y="7797"/>
                  </a:lnTo>
                  <a:lnTo>
                    <a:pt x="32359" y="7536"/>
                  </a:lnTo>
                  <a:lnTo>
                    <a:pt x="32372" y="7288"/>
                  </a:lnTo>
                  <a:lnTo>
                    <a:pt x="32372" y="2530"/>
                  </a:lnTo>
                  <a:lnTo>
                    <a:pt x="32359" y="2269"/>
                  </a:lnTo>
                  <a:lnTo>
                    <a:pt x="32320" y="2021"/>
                  </a:lnTo>
                  <a:lnTo>
                    <a:pt x="32255" y="1774"/>
                  </a:lnTo>
                  <a:lnTo>
                    <a:pt x="32177" y="1539"/>
                  </a:lnTo>
                  <a:lnTo>
                    <a:pt x="32072" y="1317"/>
                  </a:lnTo>
                  <a:lnTo>
                    <a:pt x="31942" y="1109"/>
                  </a:lnTo>
                  <a:lnTo>
                    <a:pt x="31798" y="913"/>
                  </a:lnTo>
                  <a:lnTo>
                    <a:pt x="31629" y="744"/>
                  </a:lnTo>
                  <a:lnTo>
                    <a:pt x="31460" y="574"/>
                  </a:lnTo>
                  <a:lnTo>
                    <a:pt x="31264" y="431"/>
                  </a:lnTo>
                  <a:lnTo>
                    <a:pt x="31055" y="300"/>
                  </a:lnTo>
                  <a:lnTo>
                    <a:pt x="30834" y="196"/>
                  </a:lnTo>
                  <a:lnTo>
                    <a:pt x="30599" y="118"/>
                  </a:lnTo>
                  <a:lnTo>
                    <a:pt x="30351" y="53"/>
                  </a:lnTo>
                  <a:lnTo>
                    <a:pt x="30104" y="14"/>
                  </a:lnTo>
                  <a:lnTo>
                    <a:pt x="29843" y="0"/>
                  </a:lnTo>
                  <a:close/>
                </a:path>
              </a:pathLst>
            </a:custGeom>
            <a:solidFill>
              <a:srgbClr val="745F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3"/>
            <p:cNvSpPr/>
            <p:nvPr/>
          </p:nvSpPr>
          <p:spPr>
            <a:xfrm>
              <a:off x="7787493" y="3810330"/>
              <a:ext cx="230178" cy="770992"/>
            </a:xfrm>
            <a:custGeom>
              <a:rect b="b" l="l" r="r" t="t"/>
              <a:pathLst>
                <a:path extrusionOk="0" h="25202" w="7524">
                  <a:moveTo>
                    <a:pt x="1" y="1"/>
                  </a:moveTo>
                  <a:lnTo>
                    <a:pt x="5111" y="25202"/>
                  </a:lnTo>
                  <a:lnTo>
                    <a:pt x="7523" y="25202"/>
                  </a:lnTo>
                  <a:lnTo>
                    <a:pt x="4420" y="1"/>
                  </a:lnTo>
                  <a:close/>
                </a:path>
              </a:pathLst>
            </a:custGeom>
            <a:solidFill>
              <a:srgbClr val="7A65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3"/>
            <p:cNvSpPr/>
            <p:nvPr/>
          </p:nvSpPr>
          <p:spPr>
            <a:xfrm>
              <a:off x="7132600" y="3810330"/>
              <a:ext cx="142010" cy="770992"/>
            </a:xfrm>
            <a:custGeom>
              <a:rect b="b" l="l" r="r" t="t"/>
              <a:pathLst>
                <a:path extrusionOk="0" h="25202" w="4642">
                  <a:moveTo>
                    <a:pt x="235" y="1"/>
                  </a:moveTo>
                  <a:lnTo>
                    <a:pt x="0" y="25202"/>
                  </a:lnTo>
                  <a:lnTo>
                    <a:pt x="2412" y="25202"/>
                  </a:lnTo>
                  <a:lnTo>
                    <a:pt x="4642" y="1"/>
                  </a:lnTo>
                  <a:close/>
                </a:path>
              </a:pathLst>
            </a:custGeom>
            <a:solidFill>
              <a:srgbClr val="7A65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3"/>
            <p:cNvSpPr/>
            <p:nvPr/>
          </p:nvSpPr>
          <p:spPr>
            <a:xfrm>
              <a:off x="7129418" y="3810330"/>
              <a:ext cx="796904" cy="61858"/>
            </a:xfrm>
            <a:custGeom>
              <a:rect b="b" l="l" r="r" t="t"/>
              <a:pathLst>
                <a:path extrusionOk="0" h="2022" w="26049">
                  <a:moveTo>
                    <a:pt x="0" y="1"/>
                  </a:moveTo>
                  <a:lnTo>
                    <a:pt x="0" y="2021"/>
                  </a:lnTo>
                  <a:lnTo>
                    <a:pt x="26049" y="2021"/>
                  </a:lnTo>
                  <a:lnTo>
                    <a:pt x="26049" y="1"/>
                  </a:lnTo>
                  <a:close/>
                </a:path>
              </a:pathLst>
            </a:custGeom>
            <a:solidFill>
              <a:srgbClr val="7A65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3"/>
            <p:cNvSpPr/>
            <p:nvPr/>
          </p:nvSpPr>
          <p:spPr>
            <a:xfrm>
              <a:off x="7533423" y="3510401"/>
              <a:ext cx="990371" cy="299959"/>
            </a:xfrm>
            <a:custGeom>
              <a:rect b="b" l="l" r="r" t="t"/>
              <a:pathLst>
                <a:path extrusionOk="0" h="9805" w="32373">
                  <a:moveTo>
                    <a:pt x="2530" y="0"/>
                  </a:moveTo>
                  <a:lnTo>
                    <a:pt x="2269" y="14"/>
                  </a:lnTo>
                  <a:lnTo>
                    <a:pt x="2022" y="53"/>
                  </a:lnTo>
                  <a:lnTo>
                    <a:pt x="1787" y="118"/>
                  </a:lnTo>
                  <a:lnTo>
                    <a:pt x="1552" y="196"/>
                  </a:lnTo>
                  <a:lnTo>
                    <a:pt x="1331" y="300"/>
                  </a:lnTo>
                  <a:lnTo>
                    <a:pt x="1122" y="431"/>
                  </a:lnTo>
                  <a:lnTo>
                    <a:pt x="927" y="574"/>
                  </a:lnTo>
                  <a:lnTo>
                    <a:pt x="744" y="744"/>
                  </a:lnTo>
                  <a:lnTo>
                    <a:pt x="588" y="913"/>
                  </a:lnTo>
                  <a:lnTo>
                    <a:pt x="431" y="1109"/>
                  </a:lnTo>
                  <a:lnTo>
                    <a:pt x="314" y="1317"/>
                  </a:lnTo>
                  <a:lnTo>
                    <a:pt x="210" y="1539"/>
                  </a:lnTo>
                  <a:lnTo>
                    <a:pt x="118" y="1774"/>
                  </a:lnTo>
                  <a:lnTo>
                    <a:pt x="53" y="2021"/>
                  </a:lnTo>
                  <a:lnTo>
                    <a:pt x="14" y="2269"/>
                  </a:lnTo>
                  <a:lnTo>
                    <a:pt x="1" y="2530"/>
                  </a:lnTo>
                  <a:lnTo>
                    <a:pt x="1" y="7288"/>
                  </a:lnTo>
                  <a:lnTo>
                    <a:pt x="14" y="7536"/>
                  </a:lnTo>
                  <a:lnTo>
                    <a:pt x="53" y="7797"/>
                  </a:lnTo>
                  <a:lnTo>
                    <a:pt x="118" y="8032"/>
                  </a:lnTo>
                  <a:lnTo>
                    <a:pt x="210" y="8266"/>
                  </a:lnTo>
                  <a:lnTo>
                    <a:pt x="314" y="8488"/>
                  </a:lnTo>
                  <a:lnTo>
                    <a:pt x="431" y="8696"/>
                  </a:lnTo>
                  <a:lnTo>
                    <a:pt x="588" y="8892"/>
                  </a:lnTo>
                  <a:lnTo>
                    <a:pt x="744" y="9075"/>
                  </a:lnTo>
                  <a:lnTo>
                    <a:pt x="927" y="9231"/>
                  </a:lnTo>
                  <a:lnTo>
                    <a:pt x="1122" y="9374"/>
                  </a:lnTo>
                  <a:lnTo>
                    <a:pt x="1331" y="9505"/>
                  </a:lnTo>
                  <a:lnTo>
                    <a:pt x="1552" y="9609"/>
                  </a:lnTo>
                  <a:lnTo>
                    <a:pt x="1787" y="9700"/>
                  </a:lnTo>
                  <a:lnTo>
                    <a:pt x="2022" y="9752"/>
                  </a:lnTo>
                  <a:lnTo>
                    <a:pt x="2269" y="9792"/>
                  </a:lnTo>
                  <a:lnTo>
                    <a:pt x="2530" y="9805"/>
                  </a:lnTo>
                  <a:lnTo>
                    <a:pt x="29843" y="9805"/>
                  </a:lnTo>
                  <a:lnTo>
                    <a:pt x="30104" y="9792"/>
                  </a:lnTo>
                  <a:lnTo>
                    <a:pt x="30352" y="9752"/>
                  </a:lnTo>
                  <a:lnTo>
                    <a:pt x="30600" y="9700"/>
                  </a:lnTo>
                  <a:lnTo>
                    <a:pt x="30834" y="9609"/>
                  </a:lnTo>
                  <a:lnTo>
                    <a:pt x="31056" y="9505"/>
                  </a:lnTo>
                  <a:lnTo>
                    <a:pt x="31265" y="9374"/>
                  </a:lnTo>
                  <a:lnTo>
                    <a:pt x="31460" y="9231"/>
                  </a:lnTo>
                  <a:lnTo>
                    <a:pt x="31630" y="9075"/>
                  </a:lnTo>
                  <a:lnTo>
                    <a:pt x="31799" y="8892"/>
                  </a:lnTo>
                  <a:lnTo>
                    <a:pt x="31942" y="8696"/>
                  </a:lnTo>
                  <a:lnTo>
                    <a:pt x="32073" y="8488"/>
                  </a:lnTo>
                  <a:lnTo>
                    <a:pt x="32177" y="8266"/>
                  </a:lnTo>
                  <a:lnTo>
                    <a:pt x="32255" y="8032"/>
                  </a:lnTo>
                  <a:lnTo>
                    <a:pt x="32321" y="7797"/>
                  </a:lnTo>
                  <a:lnTo>
                    <a:pt x="32360" y="7536"/>
                  </a:lnTo>
                  <a:lnTo>
                    <a:pt x="32373" y="7288"/>
                  </a:lnTo>
                  <a:lnTo>
                    <a:pt x="32373" y="2530"/>
                  </a:lnTo>
                  <a:lnTo>
                    <a:pt x="32360" y="2269"/>
                  </a:lnTo>
                  <a:lnTo>
                    <a:pt x="32321" y="2021"/>
                  </a:lnTo>
                  <a:lnTo>
                    <a:pt x="32255" y="1774"/>
                  </a:lnTo>
                  <a:lnTo>
                    <a:pt x="32177" y="1539"/>
                  </a:lnTo>
                  <a:lnTo>
                    <a:pt x="32073" y="1317"/>
                  </a:lnTo>
                  <a:lnTo>
                    <a:pt x="31942" y="1109"/>
                  </a:lnTo>
                  <a:lnTo>
                    <a:pt x="31799" y="913"/>
                  </a:lnTo>
                  <a:lnTo>
                    <a:pt x="31630" y="744"/>
                  </a:lnTo>
                  <a:lnTo>
                    <a:pt x="31460" y="574"/>
                  </a:lnTo>
                  <a:lnTo>
                    <a:pt x="31265" y="431"/>
                  </a:lnTo>
                  <a:lnTo>
                    <a:pt x="31056" y="300"/>
                  </a:lnTo>
                  <a:lnTo>
                    <a:pt x="30834" y="196"/>
                  </a:lnTo>
                  <a:lnTo>
                    <a:pt x="30600" y="118"/>
                  </a:lnTo>
                  <a:lnTo>
                    <a:pt x="30352" y="53"/>
                  </a:lnTo>
                  <a:lnTo>
                    <a:pt x="30104" y="14"/>
                  </a:lnTo>
                  <a:lnTo>
                    <a:pt x="29843" y="0"/>
                  </a:lnTo>
                  <a:close/>
                </a:path>
              </a:pathLst>
            </a:custGeom>
            <a:solidFill>
              <a:srgbClr val="806C9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3"/>
            <p:cNvSpPr/>
            <p:nvPr/>
          </p:nvSpPr>
          <p:spPr>
            <a:xfrm>
              <a:off x="8306006" y="2227321"/>
              <a:ext cx="381305" cy="1587017"/>
            </a:xfrm>
            <a:custGeom>
              <a:rect b="b" l="l" r="r" t="t"/>
              <a:pathLst>
                <a:path extrusionOk="0" h="51876" w="12464">
                  <a:moveTo>
                    <a:pt x="6141" y="0"/>
                  </a:moveTo>
                  <a:lnTo>
                    <a:pt x="5984" y="26"/>
                  </a:lnTo>
                  <a:lnTo>
                    <a:pt x="5828" y="65"/>
                  </a:lnTo>
                  <a:lnTo>
                    <a:pt x="5672" y="131"/>
                  </a:lnTo>
                  <a:lnTo>
                    <a:pt x="5528" y="196"/>
                  </a:lnTo>
                  <a:lnTo>
                    <a:pt x="5385" y="287"/>
                  </a:lnTo>
                  <a:lnTo>
                    <a:pt x="5254" y="378"/>
                  </a:lnTo>
                  <a:lnTo>
                    <a:pt x="5137" y="483"/>
                  </a:lnTo>
                  <a:lnTo>
                    <a:pt x="5020" y="613"/>
                  </a:lnTo>
                  <a:lnTo>
                    <a:pt x="4928" y="743"/>
                  </a:lnTo>
                  <a:lnTo>
                    <a:pt x="4837" y="874"/>
                  </a:lnTo>
                  <a:lnTo>
                    <a:pt x="4772" y="1030"/>
                  </a:lnTo>
                  <a:lnTo>
                    <a:pt x="4720" y="1187"/>
                  </a:lnTo>
                  <a:lnTo>
                    <a:pt x="4668" y="1343"/>
                  </a:lnTo>
                  <a:lnTo>
                    <a:pt x="4642" y="1513"/>
                  </a:lnTo>
                  <a:lnTo>
                    <a:pt x="13" y="49607"/>
                  </a:lnTo>
                  <a:lnTo>
                    <a:pt x="0" y="49777"/>
                  </a:lnTo>
                  <a:lnTo>
                    <a:pt x="13" y="49946"/>
                  </a:lnTo>
                  <a:lnTo>
                    <a:pt x="39" y="50116"/>
                  </a:lnTo>
                  <a:lnTo>
                    <a:pt x="79" y="50272"/>
                  </a:lnTo>
                  <a:lnTo>
                    <a:pt x="144" y="50429"/>
                  </a:lnTo>
                  <a:lnTo>
                    <a:pt x="209" y="50572"/>
                  </a:lnTo>
                  <a:lnTo>
                    <a:pt x="300" y="50716"/>
                  </a:lnTo>
                  <a:lnTo>
                    <a:pt x="391" y="50846"/>
                  </a:lnTo>
                  <a:lnTo>
                    <a:pt x="496" y="50963"/>
                  </a:lnTo>
                  <a:lnTo>
                    <a:pt x="626" y="51068"/>
                  </a:lnTo>
                  <a:lnTo>
                    <a:pt x="743" y="51172"/>
                  </a:lnTo>
                  <a:lnTo>
                    <a:pt x="887" y="51250"/>
                  </a:lnTo>
                  <a:lnTo>
                    <a:pt x="1043" y="51328"/>
                  </a:lnTo>
                  <a:lnTo>
                    <a:pt x="1200" y="51381"/>
                  </a:lnTo>
                  <a:lnTo>
                    <a:pt x="1356" y="51420"/>
                  </a:lnTo>
                  <a:lnTo>
                    <a:pt x="1526" y="51446"/>
                  </a:lnTo>
                  <a:lnTo>
                    <a:pt x="5971" y="51876"/>
                  </a:lnTo>
                  <a:lnTo>
                    <a:pt x="6323" y="51876"/>
                  </a:lnTo>
                  <a:lnTo>
                    <a:pt x="6480" y="51850"/>
                  </a:lnTo>
                  <a:lnTo>
                    <a:pt x="6636" y="51811"/>
                  </a:lnTo>
                  <a:lnTo>
                    <a:pt x="6793" y="51746"/>
                  </a:lnTo>
                  <a:lnTo>
                    <a:pt x="6936" y="51680"/>
                  </a:lnTo>
                  <a:lnTo>
                    <a:pt x="7080" y="51589"/>
                  </a:lnTo>
                  <a:lnTo>
                    <a:pt x="7210" y="51498"/>
                  </a:lnTo>
                  <a:lnTo>
                    <a:pt x="7327" y="51394"/>
                  </a:lnTo>
                  <a:lnTo>
                    <a:pt x="7445" y="51263"/>
                  </a:lnTo>
                  <a:lnTo>
                    <a:pt x="7536" y="51133"/>
                  </a:lnTo>
                  <a:lnTo>
                    <a:pt x="7627" y="51002"/>
                  </a:lnTo>
                  <a:lnTo>
                    <a:pt x="7692" y="50846"/>
                  </a:lnTo>
                  <a:lnTo>
                    <a:pt x="7744" y="50690"/>
                  </a:lnTo>
                  <a:lnTo>
                    <a:pt x="7797" y="50533"/>
                  </a:lnTo>
                  <a:lnTo>
                    <a:pt x="7810" y="50364"/>
                  </a:lnTo>
                  <a:lnTo>
                    <a:pt x="12451" y="2269"/>
                  </a:lnTo>
                  <a:lnTo>
                    <a:pt x="12464" y="2099"/>
                  </a:lnTo>
                  <a:lnTo>
                    <a:pt x="12451" y="1930"/>
                  </a:lnTo>
                  <a:lnTo>
                    <a:pt x="12425" y="1760"/>
                  </a:lnTo>
                  <a:lnTo>
                    <a:pt x="12386" y="1604"/>
                  </a:lnTo>
                  <a:lnTo>
                    <a:pt x="12321" y="1447"/>
                  </a:lnTo>
                  <a:lnTo>
                    <a:pt x="12255" y="1304"/>
                  </a:lnTo>
                  <a:lnTo>
                    <a:pt x="12164" y="1161"/>
                  </a:lnTo>
                  <a:lnTo>
                    <a:pt x="12073" y="1043"/>
                  </a:lnTo>
                  <a:lnTo>
                    <a:pt x="11969" y="913"/>
                  </a:lnTo>
                  <a:lnTo>
                    <a:pt x="11838" y="809"/>
                  </a:lnTo>
                  <a:lnTo>
                    <a:pt x="11708" y="717"/>
                  </a:lnTo>
                  <a:lnTo>
                    <a:pt x="11577" y="626"/>
                  </a:lnTo>
                  <a:lnTo>
                    <a:pt x="11421" y="561"/>
                  </a:lnTo>
                  <a:lnTo>
                    <a:pt x="11265" y="496"/>
                  </a:lnTo>
                  <a:lnTo>
                    <a:pt x="11108" y="456"/>
                  </a:lnTo>
                  <a:lnTo>
                    <a:pt x="10939" y="430"/>
                  </a:lnTo>
                  <a:lnTo>
                    <a:pt x="6493" y="0"/>
                  </a:lnTo>
                  <a:close/>
                </a:path>
              </a:pathLst>
            </a:custGeom>
            <a:solidFill>
              <a:srgbClr val="745F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3"/>
            <p:cNvSpPr/>
            <p:nvPr/>
          </p:nvSpPr>
          <p:spPr>
            <a:xfrm>
              <a:off x="8284866" y="3810330"/>
              <a:ext cx="230147" cy="770992"/>
            </a:xfrm>
            <a:custGeom>
              <a:rect b="b" l="l" r="r" t="t"/>
              <a:pathLst>
                <a:path extrusionOk="0" h="25202" w="7523">
                  <a:moveTo>
                    <a:pt x="0" y="1"/>
                  </a:moveTo>
                  <a:lnTo>
                    <a:pt x="5111" y="25202"/>
                  </a:lnTo>
                  <a:lnTo>
                    <a:pt x="7523" y="25202"/>
                  </a:lnTo>
                  <a:lnTo>
                    <a:pt x="442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3"/>
            <p:cNvSpPr/>
            <p:nvPr/>
          </p:nvSpPr>
          <p:spPr>
            <a:xfrm>
              <a:off x="7637131" y="3810330"/>
              <a:ext cx="134852" cy="770992"/>
            </a:xfrm>
            <a:custGeom>
              <a:rect b="b" l="l" r="r" t="t"/>
              <a:pathLst>
                <a:path extrusionOk="0" h="25202" w="4408">
                  <a:moveTo>
                    <a:pt x="1" y="1"/>
                  </a:moveTo>
                  <a:lnTo>
                    <a:pt x="14" y="25202"/>
                  </a:lnTo>
                  <a:lnTo>
                    <a:pt x="2426" y="25202"/>
                  </a:lnTo>
                  <a:lnTo>
                    <a:pt x="440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3"/>
            <p:cNvSpPr/>
            <p:nvPr/>
          </p:nvSpPr>
          <p:spPr>
            <a:xfrm>
              <a:off x="7629973" y="3810330"/>
              <a:ext cx="793722" cy="61858"/>
            </a:xfrm>
            <a:custGeom>
              <a:rect b="b" l="l" r="r" t="t"/>
              <a:pathLst>
                <a:path extrusionOk="0" h="2022" w="25945">
                  <a:moveTo>
                    <a:pt x="0" y="1"/>
                  </a:moveTo>
                  <a:lnTo>
                    <a:pt x="0" y="2021"/>
                  </a:lnTo>
                  <a:lnTo>
                    <a:pt x="25944" y="2021"/>
                  </a:lnTo>
                  <a:lnTo>
                    <a:pt x="2594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3"/>
            <p:cNvSpPr/>
            <p:nvPr/>
          </p:nvSpPr>
          <p:spPr>
            <a:xfrm>
              <a:off x="8329133" y="3510799"/>
              <a:ext cx="189092" cy="288793"/>
            </a:xfrm>
            <a:custGeom>
              <a:rect b="b" l="l" r="r" t="t"/>
              <a:pathLst>
                <a:path extrusionOk="0" fill="none" h="9440" w="6181">
                  <a:moveTo>
                    <a:pt x="0" y="1"/>
                  </a:moveTo>
                  <a:lnTo>
                    <a:pt x="6180" y="9440"/>
                  </a:lnTo>
                </a:path>
              </a:pathLst>
            </a:custGeom>
            <a:noFill/>
            <a:ln cap="rnd" cmpd="sng" w="21175">
              <a:solidFill>
                <a:srgbClr val="6651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3"/>
            <p:cNvSpPr/>
            <p:nvPr/>
          </p:nvSpPr>
          <p:spPr>
            <a:xfrm>
              <a:off x="6577805" y="2909351"/>
              <a:ext cx="104137" cy="1637678"/>
            </a:xfrm>
            <a:custGeom>
              <a:rect b="b" l="l" r="r" t="t"/>
              <a:pathLst>
                <a:path extrusionOk="0" h="53532" w="3404">
                  <a:moveTo>
                    <a:pt x="1" y="0"/>
                  </a:moveTo>
                  <a:lnTo>
                    <a:pt x="1" y="53532"/>
                  </a:lnTo>
                  <a:lnTo>
                    <a:pt x="3403" y="53532"/>
                  </a:lnTo>
                  <a:lnTo>
                    <a:pt x="340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
            <p:cNvSpPr/>
            <p:nvPr/>
          </p:nvSpPr>
          <p:spPr>
            <a:xfrm>
              <a:off x="5524046" y="2733841"/>
              <a:ext cx="2212419" cy="977216"/>
            </a:xfrm>
            <a:custGeom>
              <a:rect b="b" l="l" r="r" t="t"/>
              <a:pathLst>
                <a:path extrusionOk="0" h="31943" w="72319">
                  <a:moveTo>
                    <a:pt x="5203" y="1"/>
                  </a:moveTo>
                  <a:lnTo>
                    <a:pt x="1" y="27040"/>
                  </a:lnTo>
                  <a:lnTo>
                    <a:pt x="653" y="27249"/>
                  </a:lnTo>
                  <a:lnTo>
                    <a:pt x="1448" y="27497"/>
                  </a:lnTo>
                  <a:lnTo>
                    <a:pt x="2543" y="27809"/>
                  </a:lnTo>
                  <a:lnTo>
                    <a:pt x="3925" y="28174"/>
                  </a:lnTo>
                  <a:lnTo>
                    <a:pt x="4733" y="28383"/>
                  </a:lnTo>
                  <a:lnTo>
                    <a:pt x="5607" y="28592"/>
                  </a:lnTo>
                  <a:lnTo>
                    <a:pt x="6546" y="28813"/>
                  </a:lnTo>
                  <a:lnTo>
                    <a:pt x="7549" y="29035"/>
                  </a:lnTo>
                  <a:lnTo>
                    <a:pt x="8632" y="29270"/>
                  </a:lnTo>
                  <a:lnTo>
                    <a:pt x="9779" y="29491"/>
                  </a:lnTo>
                  <a:lnTo>
                    <a:pt x="10978" y="29726"/>
                  </a:lnTo>
                  <a:lnTo>
                    <a:pt x="12256" y="29948"/>
                  </a:lnTo>
                  <a:lnTo>
                    <a:pt x="13586" y="30182"/>
                  </a:lnTo>
                  <a:lnTo>
                    <a:pt x="14981" y="30391"/>
                  </a:lnTo>
                  <a:lnTo>
                    <a:pt x="16441" y="30599"/>
                  </a:lnTo>
                  <a:lnTo>
                    <a:pt x="17953" y="30808"/>
                  </a:lnTo>
                  <a:lnTo>
                    <a:pt x="19531" y="31004"/>
                  </a:lnTo>
                  <a:lnTo>
                    <a:pt x="21160" y="31173"/>
                  </a:lnTo>
                  <a:lnTo>
                    <a:pt x="22855" y="31343"/>
                  </a:lnTo>
                  <a:lnTo>
                    <a:pt x="24602" y="31499"/>
                  </a:lnTo>
                  <a:lnTo>
                    <a:pt x="26401" y="31629"/>
                  </a:lnTo>
                  <a:lnTo>
                    <a:pt x="28253" y="31734"/>
                  </a:lnTo>
                  <a:lnTo>
                    <a:pt x="30156" y="31825"/>
                  </a:lnTo>
                  <a:lnTo>
                    <a:pt x="32112" y="31890"/>
                  </a:lnTo>
                  <a:lnTo>
                    <a:pt x="34107" y="31929"/>
                  </a:lnTo>
                  <a:lnTo>
                    <a:pt x="36166" y="31942"/>
                  </a:lnTo>
                  <a:lnTo>
                    <a:pt x="38213" y="31929"/>
                  </a:lnTo>
                  <a:lnTo>
                    <a:pt x="40221" y="31890"/>
                  </a:lnTo>
                  <a:lnTo>
                    <a:pt x="42177" y="31825"/>
                  </a:lnTo>
                  <a:lnTo>
                    <a:pt x="44080" y="31734"/>
                  </a:lnTo>
                  <a:lnTo>
                    <a:pt x="45931" y="31629"/>
                  </a:lnTo>
                  <a:lnTo>
                    <a:pt x="47731" y="31499"/>
                  </a:lnTo>
                  <a:lnTo>
                    <a:pt x="49478" y="31343"/>
                  </a:lnTo>
                  <a:lnTo>
                    <a:pt x="51159" y="31173"/>
                  </a:lnTo>
                  <a:lnTo>
                    <a:pt x="52789" y="31004"/>
                  </a:lnTo>
                  <a:lnTo>
                    <a:pt x="54367" y="30808"/>
                  </a:lnTo>
                  <a:lnTo>
                    <a:pt x="55892" y="30599"/>
                  </a:lnTo>
                  <a:lnTo>
                    <a:pt x="57339" y="30391"/>
                  </a:lnTo>
                  <a:lnTo>
                    <a:pt x="58734" y="30182"/>
                  </a:lnTo>
                  <a:lnTo>
                    <a:pt x="60077" y="29948"/>
                  </a:lnTo>
                  <a:lnTo>
                    <a:pt x="61342" y="29726"/>
                  </a:lnTo>
                  <a:lnTo>
                    <a:pt x="62554" y="29491"/>
                  </a:lnTo>
                  <a:lnTo>
                    <a:pt x="63701" y="29270"/>
                  </a:lnTo>
                  <a:lnTo>
                    <a:pt x="64770" y="29035"/>
                  </a:lnTo>
                  <a:lnTo>
                    <a:pt x="65787" y="28813"/>
                  </a:lnTo>
                  <a:lnTo>
                    <a:pt x="66726" y="28592"/>
                  </a:lnTo>
                  <a:lnTo>
                    <a:pt x="67599" y="28383"/>
                  </a:lnTo>
                  <a:lnTo>
                    <a:pt x="68395" y="28174"/>
                  </a:lnTo>
                  <a:lnTo>
                    <a:pt x="69790" y="27809"/>
                  </a:lnTo>
                  <a:lnTo>
                    <a:pt x="70885" y="27497"/>
                  </a:lnTo>
                  <a:lnTo>
                    <a:pt x="71680" y="27249"/>
                  </a:lnTo>
                  <a:lnTo>
                    <a:pt x="72319" y="27040"/>
                  </a:lnTo>
                  <a:lnTo>
                    <a:pt x="67117" y="1"/>
                  </a:lnTo>
                  <a:close/>
                </a:path>
              </a:pathLst>
            </a:custGeom>
            <a:solidFill>
              <a:srgbClr val="ED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3"/>
            <p:cNvSpPr/>
            <p:nvPr/>
          </p:nvSpPr>
          <p:spPr>
            <a:xfrm>
              <a:off x="5524046" y="2733841"/>
              <a:ext cx="2212419" cy="977216"/>
            </a:xfrm>
            <a:custGeom>
              <a:rect b="b" l="l" r="r" t="t"/>
              <a:pathLst>
                <a:path extrusionOk="0" fill="none" h="31943" w="72319">
                  <a:moveTo>
                    <a:pt x="72319" y="27040"/>
                  </a:moveTo>
                  <a:lnTo>
                    <a:pt x="72319" y="27040"/>
                  </a:lnTo>
                  <a:lnTo>
                    <a:pt x="71680" y="27249"/>
                  </a:lnTo>
                  <a:lnTo>
                    <a:pt x="70885" y="27497"/>
                  </a:lnTo>
                  <a:lnTo>
                    <a:pt x="69790" y="27809"/>
                  </a:lnTo>
                  <a:lnTo>
                    <a:pt x="68395" y="28174"/>
                  </a:lnTo>
                  <a:lnTo>
                    <a:pt x="67599" y="28383"/>
                  </a:lnTo>
                  <a:lnTo>
                    <a:pt x="66726" y="28592"/>
                  </a:lnTo>
                  <a:lnTo>
                    <a:pt x="65787" y="28813"/>
                  </a:lnTo>
                  <a:lnTo>
                    <a:pt x="64770" y="29035"/>
                  </a:lnTo>
                  <a:lnTo>
                    <a:pt x="63701" y="29270"/>
                  </a:lnTo>
                  <a:lnTo>
                    <a:pt x="62554" y="29491"/>
                  </a:lnTo>
                  <a:lnTo>
                    <a:pt x="61342" y="29726"/>
                  </a:lnTo>
                  <a:lnTo>
                    <a:pt x="60077" y="29948"/>
                  </a:lnTo>
                  <a:lnTo>
                    <a:pt x="58734" y="30182"/>
                  </a:lnTo>
                  <a:lnTo>
                    <a:pt x="57339" y="30391"/>
                  </a:lnTo>
                  <a:lnTo>
                    <a:pt x="55892" y="30599"/>
                  </a:lnTo>
                  <a:lnTo>
                    <a:pt x="54367" y="30808"/>
                  </a:lnTo>
                  <a:lnTo>
                    <a:pt x="52789" y="31004"/>
                  </a:lnTo>
                  <a:lnTo>
                    <a:pt x="51159" y="31173"/>
                  </a:lnTo>
                  <a:lnTo>
                    <a:pt x="49478" y="31343"/>
                  </a:lnTo>
                  <a:lnTo>
                    <a:pt x="47731" y="31499"/>
                  </a:lnTo>
                  <a:lnTo>
                    <a:pt x="45931" y="31629"/>
                  </a:lnTo>
                  <a:lnTo>
                    <a:pt x="44080" y="31734"/>
                  </a:lnTo>
                  <a:lnTo>
                    <a:pt x="42177" y="31825"/>
                  </a:lnTo>
                  <a:lnTo>
                    <a:pt x="40221" y="31890"/>
                  </a:lnTo>
                  <a:lnTo>
                    <a:pt x="38213" y="31929"/>
                  </a:lnTo>
                  <a:lnTo>
                    <a:pt x="36166" y="31942"/>
                  </a:lnTo>
                  <a:lnTo>
                    <a:pt x="36166" y="31942"/>
                  </a:lnTo>
                  <a:lnTo>
                    <a:pt x="34107" y="31929"/>
                  </a:lnTo>
                  <a:lnTo>
                    <a:pt x="32112" y="31890"/>
                  </a:lnTo>
                  <a:lnTo>
                    <a:pt x="30156" y="31825"/>
                  </a:lnTo>
                  <a:lnTo>
                    <a:pt x="28253" y="31734"/>
                  </a:lnTo>
                  <a:lnTo>
                    <a:pt x="26401" y="31629"/>
                  </a:lnTo>
                  <a:lnTo>
                    <a:pt x="24602" y="31499"/>
                  </a:lnTo>
                  <a:lnTo>
                    <a:pt x="22855" y="31343"/>
                  </a:lnTo>
                  <a:lnTo>
                    <a:pt x="21160" y="31173"/>
                  </a:lnTo>
                  <a:lnTo>
                    <a:pt x="19531" y="31004"/>
                  </a:lnTo>
                  <a:lnTo>
                    <a:pt x="17953" y="30808"/>
                  </a:lnTo>
                  <a:lnTo>
                    <a:pt x="16441" y="30599"/>
                  </a:lnTo>
                  <a:lnTo>
                    <a:pt x="14981" y="30391"/>
                  </a:lnTo>
                  <a:lnTo>
                    <a:pt x="13586" y="30182"/>
                  </a:lnTo>
                  <a:lnTo>
                    <a:pt x="12256" y="29948"/>
                  </a:lnTo>
                  <a:lnTo>
                    <a:pt x="10978" y="29726"/>
                  </a:lnTo>
                  <a:lnTo>
                    <a:pt x="9779" y="29491"/>
                  </a:lnTo>
                  <a:lnTo>
                    <a:pt x="8632" y="29270"/>
                  </a:lnTo>
                  <a:lnTo>
                    <a:pt x="7549" y="29035"/>
                  </a:lnTo>
                  <a:lnTo>
                    <a:pt x="6546" y="28813"/>
                  </a:lnTo>
                  <a:lnTo>
                    <a:pt x="5607" y="28592"/>
                  </a:lnTo>
                  <a:lnTo>
                    <a:pt x="4733" y="28383"/>
                  </a:lnTo>
                  <a:lnTo>
                    <a:pt x="3925" y="28174"/>
                  </a:lnTo>
                  <a:lnTo>
                    <a:pt x="2543" y="27809"/>
                  </a:lnTo>
                  <a:lnTo>
                    <a:pt x="1448" y="27497"/>
                  </a:lnTo>
                  <a:lnTo>
                    <a:pt x="653" y="27249"/>
                  </a:lnTo>
                  <a:lnTo>
                    <a:pt x="1" y="27040"/>
                  </a:lnTo>
                  <a:lnTo>
                    <a:pt x="5203" y="1"/>
                  </a:lnTo>
                  <a:lnTo>
                    <a:pt x="67117" y="1"/>
                  </a:lnTo>
                  <a:lnTo>
                    <a:pt x="72319" y="2704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3"/>
            <p:cNvSpPr/>
            <p:nvPr/>
          </p:nvSpPr>
          <p:spPr>
            <a:xfrm>
              <a:off x="5941634" y="3078864"/>
              <a:ext cx="170737" cy="603070"/>
            </a:xfrm>
            <a:custGeom>
              <a:rect b="b" l="l" r="r" t="t"/>
              <a:pathLst>
                <a:path extrusionOk="0" h="19713" w="5581">
                  <a:moveTo>
                    <a:pt x="5581" y="0"/>
                  </a:moveTo>
                  <a:lnTo>
                    <a:pt x="1" y="18995"/>
                  </a:lnTo>
                  <a:lnTo>
                    <a:pt x="5294" y="19713"/>
                  </a:lnTo>
                  <a:lnTo>
                    <a:pt x="5581" y="0"/>
                  </a:lnTo>
                  <a:close/>
                </a:path>
              </a:pathLst>
            </a:custGeom>
            <a:solidFill>
              <a:srgbClr val="C8D5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3"/>
            <p:cNvSpPr/>
            <p:nvPr/>
          </p:nvSpPr>
          <p:spPr>
            <a:xfrm>
              <a:off x="7115835" y="3078864"/>
              <a:ext cx="170339" cy="603070"/>
            </a:xfrm>
            <a:custGeom>
              <a:rect b="b" l="l" r="r" t="t"/>
              <a:pathLst>
                <a:path extrusionOk="0" h="19713" w="5568">
                  <a:moveTo>
                    <a:pt x="1" y="0"/>
                  </a:moveTo>
                  <a:lnTo>
                    <a:pt x="275" y="19713"/>
                  </a:lnTo>
                  <a:lnTo>
                    <a:pt x="5568" y="18995"/>
                  </a:lnTo>
                  <a:lnTo>
                    <a:pt x="1" y="0"/>
                  </a:lnTo>
                  <a:close/>
                </a:path>
              </a:pathLst>
            </a:custGeom>
            <a:solidFill>
              <a:srgbClr val="C8D5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3"/>
            <p:cNvSpPr/>
            <p:nvPr/>
          </p:nvSpPr>
          <p:spPr>
            <a:xfrm>
              <a:off x="5666056" y="2733841"/>
              <a:ext cx="1927236" cy="98141"/>
            </a:xfrm>
            <a:custGeom>
              <a:rect b="b" l="l" r="r" t="t"/>
              <a:pathLst>
                <a:path extrusionOk="0" h="3208" w="62997">
                  <a:moveTo>
                    <a:pt x="548" y="1"/>
                  </a:moveTo>
                  <a:lnTo>
                    <a:pt x="0" y="3208"/>
                  </a:lnTo>
                  <a:lnTo>
                    <a:pt x="62997" y="3208"/>
                  </a:lnTo>
                  <a:lnTo>
                    <a:pt x="62462" y="1"/>
                  </a:lnTo>
                  <a:close/>
                </a:path>
              </a:pathLst>
            </a:custGeom>
            <a:solidFill>
              <a:srgbClr val="C8D5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3"/>
            <p:cNvSpPr/>
            <p:nvPr/>
          </p:nvSpPr>
          <p:spPr>
            <a:xfrm>
              <a:off x="5666056" y="2733841"/>
              <a:ext cx="1927236" cy="98141"/>
            </a:xfrm>
            <a:custGeom>
              <a:rect b="b" l="l" r="r" t="t"/>
              <a:pathLst>
                <a:path extrusionOk="0" fill="none" h="3208" w="62997">
                  <a:moveTo>
                    <a:pt x="62997" y="3208"/>
                  </a:moveTo>
                  <a:lnTo>
                    <a:pt x="0" y="3208"/>
                  </a:lnTo>
                  <a:lnTo>
                    <a:pt x="548" y="1"/>
                  </a:lnTo>
                  <a:lnTo>
                    <a:pt x="62462" y="1"/>
                  </a:lnTo>
                  <a:lnTo>
                    <a:pt x="62997" y="320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3"/>
            <p:cNvSpPr/>
            <p:nvPr/>
          </p:nvSpPr>
          <p:spPr>
            <a:xfrm>
              <a:off x="5524046" y="2733841"/>
              <a:ext cx="331867" cy="852368"/>
            </a:xfrm>
            <a:custGeom>
              <a:rect b="b" l="l" r="r" t="t"/>
              <a:pathLst>
                <a:path extrusionOk="0" h="27862" w="10848">
                  <a:moveTo>
                    <a:pt x="5203" y="1"/>
                  </a:moveTo>
                  <a:lnTo>
                    <a:pt x="1" y="27040"/>
                  </a:lnTo>
                  <a:lnTo>
                    <a:pt x="2726" y="27862"/>
                  </a:lnTo>
                  <a:lnTo>
                    <a:pt x="10848" y="2791"/>
                  </a:lnTo>
                  <a:lnTo>
                    <a:pt x="5203" y="1"/>
                  </a:lnTo>
                  <a:close/>
                </a:path>
              </a:pathLst>
            </a:custGeom>
            <a:solidFill>
              <a:srgbClr val="C8D5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3"/>
            <p:cNvSpPr/>
            <p:nvPr/>
          </p:nvSpPr>
          <p:spPr>
            <a:xfrm>
              <a:off x="6839462" y="1681704"/>
              <a:ext cx="69414" cy="103311"/>
            </a:xfrm>
            <a:custGeom>
              <a:rect b="b" l="l" r="r" t="t"/>
              <a:pathLst>
                <a:path extrusionOk="0" h="3377" w="2269">
                  <a:moveTo>
                    <a:pt x="0" y="0"/>
                  </a:moveTo>
                  <a:lnTo>
                    <a:pt x="0" y="3377"/>
                  </a:lnTo>
                  <a:lnTo>
                    <a:pt x="2269" y="3377"/>
                  </a:lnTo>
                  <a:lnTo>
                    <a:pt x="226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3"/>
            <p:cNvSpPr/>
            <p:nvPr/>
          </p:nvSpPr>
          <p:spPr>
            <a:xfrm>
              <a:off x="7404598" y="2733841"/>
              <a:ext cx="331867" cy="852368"/>
            </a:xfrm>
            <a:custGeom>
              <a:rect b="b" l="l" r="r" t="t"/>
              <a:pathLst>
                <a:path extrusionOk="0" h="27862" w="10848">
                  <a:moveTo>
                    <a:pt x="5646" y="1"/>
                  </a:moveTo>
                  <a:lnTo>
                    <a:pt x="1" y="2791"/>
                  </a:lnTo>
                  <a:lnTo>
                    <a:pt x="8123" y="27862"/>
                  </a:lnTo>
                  <a:lnTo>
                    <a:pt x="10848" y="27040"/>
                  </a:lnTo>
                  <a:lnTo>
                    <a:pt x="5646" y="1"/>
                  </a:lnTo>
                  <a:close/>
                </a:path>
              </a:pathLst>
            </a:custGeom>
            <a:solidFill>
              <a:srgbClr val="C8D5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3"/>
            <p:cNvSpPr/>
            <p:nvPr/>
          </p:nvSpPr>
          <p:spPr>
            <a:xfrm>
              <a:off x="6214060" y="4468039"/>
              <a:ext cx="831627" cy="113284"/>
            </a:xfrm>
            <a:custGeom>
              <a:rect b="b" l="l" r="r" t="t"/>
              <a:pathLst>
                <a:path extrusionOk="0" h="3703" w="27184">
                  <a:moveTo>
                    <a:pt x="0" y="0"/>
                  </a:moveTo>
                  <a:lnTo>
                    <a:pt x="0" y="3703"/>
                  </a:lnTo>
                  <a:lnTo>
                    <a:pt x="27183" y="3703"/>
                  </a:lnTo>
                  <a:lnTo>
                    <a:pt x="27183" y="0"/>
                  </a:lnTo>
                  <a:close/>
                </a:path>
              </a:pathLst>
            </a:custGeom>
            <a:solidFill>
              <a:srgbClr val="7A65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3"/>
            <p:cNvSpPr/>
            <p:nvPr/>
          </p:nvSpPr>
          <p:spPr>
            <a:xfrm>
              <a:off x="6760472" y="1996379"/>
              <a:ext cx="230178" cy="737493"/>
            </a:xfrm>
            <a:custGeom>
              <a:rect b="b" l="l" r="r" t="t"/>
              <a:pathLst>
                <a:path extrusionOk="0" h="24107" w="7524">
                  <a:moveTo>
                    <a:pt x="3573" y="1"/>
                  </a:moveTo>
                  <a:lnTo>
                    <a:pt x="3377" y="14"/>
                  </a:lnTo>
                  <a:lnTo>
                    <a:pt x="3195" y="40"/>
                  </a:lnTo>
                  <a:lnTo>
                    <a:pt x="2999" y="79"/>
                  </a:lnTo>
                  <a:lnTo>
                    <a:pt x="2830" y="118"/>
                  </a:lnTo>
                  <a:lnTo>
                    <a:pt x="2647" y="170"/>
                  </a:lnTo>
                  <a:lnTo>
                    <a:pt x="2465" y="222"/>
                  </a:lnTo>
                  <a:lnTo>
                    <a:pt x="2295" y="287"/>
                  </a:lnTo>
                  <a:lnTo>
                    <a:pt x="2139" y="366"/>
                  </a:lnTo>
                  <a:lnTo>
                    <a:pt x="1969" y="457"/>
                  </a:lnTo>
                  <a:lnTo>
                    <a:pt x="1813" y="548"/>
                  </a:lnTo>
                  <a:lnTo>
                    <a:pt x="1656" y="639"/>
                  </a:lnTo>
                  <a:lnTo>
                    <a:pt x="1513" y="744"/>
                  </a:lnTo>
                  <a:lnTo>
                    <a:pt x="1370" y="861"/>
                  </a:lnTo>
                  <a:lnTo>
                    <a:pt x="1239" y="978"/>
                  </a:lnTo>
                  <a:lnTo>
                    <a:pt x="1109" y="1096"/>
                  </a:lnTo>
                  <a:lnTo>
                    <a:pt x="978" y="1226"/>
                  </a:lnTo>
                  <a:lnTo>
                    <a:pt x="861" y="1369"/>
                  </a:lnTo>
                  <a:lnTo>
                    <a:pt x="744" y="1513"/>
                  </a:lnTo>
                  <a:lnTo>
                    <a:pt x="639" y="1656"/>
                  </a:lnTo>
                  <a:lnTo>
                    <a:pt x="548" y="1813"/>
                  </a:lnTo>
                  <a:lnTo>
                    <a:pt x="457" y="1969"/>
                  </a:lnTo>
                  <a:lnTo>
                    <a:pt x="379" y="2126"/>
                  </a:lnTo>
                  <a:lnTo>
                    <a:pt x="300" y="2295"/>
                  </a:lnTo>
                  <a:lnTo>
                    <a:pt x="235" y="2465"/>
                  </a:lnTo>
                  <a:lnTo>
                    <a:pt x="170" y="2634"/>
                  </a:lnTo>
                  <a:lnTo>
                    <a:pt x="118" y="2817"/>
                  </a:lnTo>
                  <a:lnTo>
                    <a:pt x="79" y="2999"/>
                  </a:lnTo>
                  <a:lnTo>
                    <a:pt x="40" y="3182"/>
                  </a:lnTo>
                  <a:lnTo>
                    <a:pt x="27" y="3377"/>
                  </a:lnTo>
                  <a:lnTo>
                    <a:pt x="1" y="3560"/>
                  </a:lnTo>
                  <a:lnTo>
                    <a:pt x="1" y="3755"/>
                  </a:lnTo>
                  <a:lnTo>
                    <a:pt x="1" y="24107"/>
                  </a:lnTo>
                  <a:lnTo>
                    <a:pt x="7523" y="24107"/>
                  </a:lnTo>
                  <a:lnTo>
                    <a:pt x="7523" y="3755"/>
                  </a:lnTo>
                  <a:lnTo>
                    <a:pt x="7523" y="3560"/>
                  </a:lnTo>
                  <a:lnTo>
                    <a:pt x="7510" y="3377"/>
                  </a:lnTo>
                  <a:lnTo>
                    <a:pt x="7484" y="3182"/>
                  </a:lnTo>
                  <a:lnTo>
                    <a:pt x="7445" y="2999"/>
                  </a:lnTo>
                  <a:lnTo>
                    <a:pt x="7406" y="2817"/>
                  </a:lnTo>
                  <a:lnTo>
                    <a:pt x="7354" y="2634"/>
                  </a:lnTo>
                  <a:lnTo>
                    <a:pt x="7302" y="2465"/>
                  </a:lnTo>
                  <a:lnTo>
                    <a:pt x="7236" y="2295"/>
                  </a:lnTo>
                  <a:lnTo>
                    <a:pt x="7158" y="2126"/>
                  </a:lnTo>
                  <a:lnTo>
                    <a:pt x="7067" y="1969"/>
                  </a:lnTo>
                  <a:lnTo>
                    <a:pt x="6976" y="1813"/>
                  </a:lnTo>
                  <a:lnTo>
                    <a:pt x="6884" y="1656"/>
                  </a:lnTo>
                  <a:lnTo>
                    <a:pt x="6780" y="1513"/>
                  </a:lnTo>
                  <a:lnTo>
                    <a:pt x="6663" y="1369"/>
                  </a:lnTo>
                  <a:lnTo>
                    <a:pt x="6545" y="1226"/>
                  </a:lnTo>
                  <a:lnTo>
                    <a:pt x="6428" y="1096"/>
                  </a:lnTo>
                  <a:lnTo>
                    <a:pt x="6298" y="978"/>
                  </a:lnTo>
                  <a:lnTo>
                    <a:pt x="6154" y="861"/>
                  </a:lnTo>
                  <a:lnTo>
                    <a:pt x="6011" y="744"/>
                  </a:lnTo>
                  <a:lnTo>
                    <a:pt x="5867" y="639"/>
                  </a:lnTo>
                  <a:lnTo>
                    <a:pt x="5711" y="548"/>
                  </a:lnTo>
                  <a:lnTo>
                    <a:pt x="5555" y="457"/>
                  </a:lnTo>
                  <a:lnTo>
                    <a:pt x="5398" y="366"/>
                  </a:lnTo>
                  <a:lnTo>
                    <a:pt x="5229" y="287"/>
                  </a:lnTo>
                  <a:lnTo>
                    <a:pt x="5059" y="222"/>
                  </a:lnTo>
                  <a:lnTo>
                    <a:pt x="4877" y="170"/>
                  </a:lnTo>
                  <a:lnTo>
                    <a:pt x="4707" y="118"/>
                  </a:lnTo>
                  <a:lnTo>
                    <a:pt x="4525" y="79"/>
                  </a:lnTo>
                  <a:lnTo>
                    <a:pt x="4342" y="40"/>
                  </a:lnTo>
                  <a:lnTo>
                    <a:pt x="4146" y="14"/>
                  </a:lnTo>
                  <a:lnTo>
                    <a:pt x="395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3"/>
            <p:cNvSpPr/>
            <p:nvPr/>
          </p:nvSpPr>
          <p:spPr>
            <a:xfrm>
              <a:off x="6827470" y="1748304"/>
              <a:ext cx="96152" cy="262851"/>
            </a:xfrm>
            <a:custGeom>
              <a:rect b="b" l="l" r="r" t="t"/>
              <a:pathLst>
                <a:path extrusionOk="0" h="8592" w="3143">
                  <a:moveTo>
                    <a:pt x="1" y="0"/>
                  </a:moveTo>
                  <a:lnTo>
                    <a:pt x="1" y="8592"/>
                  </a:lnTo>
                  <a:lnTo>
                    <a:pt x="3143" y="8592"/>
                  </a:lnTo>
                  <a:lnTo>
                    <a:pt x="3143"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3"/>
            <p:cNvSpPr/>
            <p:nvPr/>
          </p:nvSpPr>
          <p:spPr>
            <a:xfrm>
              <a:off x="6779623" y="2232492"/>
              <a:ext cx="211027" cy="277229"/>
            </a:xfrm>
            <a:custGeom>
              <a:rect b="b" l="l" r="r" t="t"/>
              <a:pathLst>
                <a:path extrusionOk="0" h="9062" w="6898">
                  <a:moveTo>
                    <a:pt x="0" y="1"/>
                  </a:moveTo>
                  <a:lnTo>
                    <a:pt x="0" y="9062"/>
                  </a:lnTo>
                  <a:lnTo>
                    <a:pt x="6897" y="9062"/>
                  </a:lnTo>
                  <a:lnTo>
                    <a:pt x="6897" y="1"/>
                  </a:lnTo>
                  <a:close/>
                </a:path>
              </a:pathLst>
            </a:custGeom>
            <a:solidFill>
              <a:srgbClr val="EADA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3"/>
            <p:cNvSpPr/>
            <p:nvPr/>
          </p:nvSpPr>
          <p:spPr>
            <a:xfrm>
              <a:off x="6817099" y="1747509"/>
              <a:ext cx="114110" cy="29522"/>
            </a:xfrm>
            <a:custGeom>
              <a:rect b="b" l="l" r="r" t="t"/>
              <a:pathLst>
                <a:path extrusionOk="0" h="965" w="3730">
                  <a:moveTo>
                    <a:pt x="1" y="0"/>
                  </a:moveTo>
                  <a:lnTo>
                    <a:pt x="1" y="965"/>
                  </a:lnTo>
                  <a:lnTo>
                    <a:pt x="3730" y="965"/>
                  </a:lnTo>
                  <a:lnTo>
                    <a:pt x="373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3"/>
            <p:cNvSpPr/>
            <p:nvPr/>
          </p:nvSpPr>
          <p:spPr>
            <a:xfrm>
              <a:off x="6811929" y="2273577"/>
              <a:ext cx="175907" cy="16398"/>
            </a:xfrm>
            <a:custGeom>
              <a:rect b="b" l="l" r="r" t="t"/>
              <a:pathLst>
                <a:path extrusionOk="0" h="536" w="5750">
                  <a:moveTo>
                    <a:pt x="0" y="1"/>
                  </a:moveTo>
                  <a:lnTo>
                    <a:pt x="0" y="535"/>
                  </a:lnTo>
                  <a:lnTo>
                    <a:pt x="5750" y="535"/>
                  </a:lnTo>
                  <a:lnTo>
                    <a:pt x="575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3"/>
            <p:cNvSpPr/>
            <p:nvPr/>
          </p:nvSpPr>
          <p:spPr>
            <a:xfrm>
              <a:off x="6844632" y="2444681"/>
              <a:ext cx="110898" cy="13185"/>
            </a:xfrm>
            <a:custGeom>
              <a:rect b="b" l="l" r="r" t="t"/>
              <a:pathLst>
                <a:path extrusionOk="0" h="431" w="3625">
                  <a:moveTo>
                    <a:pt x="0" y="1"/>
                  </a:moveTo>
                  <a:lnTo>
                    <a:pt x="0" y="431"/>
                  </a:lnTo>
                  <a:lnTo>
                    <a:pt x="3625" y="431"/>
                  </a:lnTo>
                  <a:lnTo>
                    <a:pt x="362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3"/>
            <p:cNvSpPr/>
            <p:nvPr/>
          </p:nvSpPr>
          <p:spPr>
            <a:xfrm>
              <a:off x="6844632" y="2473010"/>
              <a:ext cx="110898" cy="13185"/>
            </a:xfrm>
            <a:custGeom>
              <a:rect b="b" l="l" r="r" t="t"/>
              <a:pathLst>
                <a:path extrusionOk="0" h="431" w="3625">
                  <a:moveTo>
                    <a:pt x="0" y="0"/>
                  </a:moveTo>
                  <a:lnTo>
                    <a:pt x="0" y="430"/>
                  </a:lnTo>
                  <a:lnTo>
                    <a:pt x="3625" y="430"/>
                  </a:lnTo>
                  <a:lnTo>
                    <a:pt x="362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3"/>
            <p:cNvSpPr/>
            <p:nvPr/>
          </p:nvSpPr>
          <p:spPr>
            <a:xfrm>
              <a:off x="6825084" y="2328216"/>
              <a:ext cx="149597" cy="80611"/>
            </a:xfrm>
            <a:custGeom>
              <a:rect b="b" l="l" r="r" t="t"/>
              <a:pathLst>
                <a:path extrusionOk="0" h="2635" w="4890">
                  <a:moveTo>
                    <a:pt x="2204" y="1"/>
                  </a:moveTo>
                  <a:lnTo>
                    <a:pt x="1956" y="27"/>
                  </a:lnTo>
                  <a:lnTo>
                    <a:pt x="1722" y="53"/>
                  </a:lnTo>
                  <a:lnTo>
                    <a:pt x="1500" y="105"/>
                  </a:lnTo>
                  <a:lnTo>
                    <a:pt x="1278" y="157"/>
                  </a:lnTo>
                  <a:lnTo>
                    <a:pt x="1083" y="222"/>
                  </a:lnTo>
                  <a:lnTo>
                    <a:pt x="900" y="301"/>
                  </a:lnTo>
                  <a:lnTo>
                    <a:pt x="718" y="379"/>
                  </a:lnTo>
                  <a:lnTo>
                    <a:pt x="561" y="483"/>
                  </a:lnTo>
                  <a:lnTo>
                    <a:pt x="418" y="574"/>
                  </a:lnTo>
                  <a:lnTo>
                    <a:pt x="301" y="692"/>
                  </a:lnTo>
                  <a:lnTo>
                    <a:pt x="196" y="796"/>
                  </a:lnTo>
                  <a:lnTo>
                    <a:pt x="118" y="926"/>
                  </a:lnTo>
                  <a:lnTo>
                    <a:pt x="53" y="1044"/>
                  </a:lnTo>
                  <a:lnTo>
                    <a:pt x="14" y="1174"/>
                  </a:lnTo>
                  <a:lnTo>
                    <a:pt x="1" y="1317"/>
                  </a:lnTo>
                  <a:lnTo>
                    <a:pt x="14" y="1448"/>
                  </a:lnTo>
                  <a:lnTo>
                    <a:pt x="53" y="1578"/>
                  </a:lnTo>
                  <a:lnTo>
                    <a:pt x="118" y="1709"/>
                  </a:lnTo>
                  <a:lnTo>
                    <a:pt x="196" y="1826"/>
                  </a:lnTo>
                  <a:lnTo>
                    <a:pt x="301" y="1943"/>
                  </a:lnTo>
                  <a:lnTo>
                    <a:pt x="418" y="2048"/>
                  </a:lnTo>
                  <a:lnTo>
                    <a:pt x="561" y="2152"/>
                  </a:lnTo>
                  <a:lnTo>
                    <a:pt x="718" y="2243"/>
                  </a:lnTo>
                  <a:lnTo>
                    <a:pt x="900" y="2321"/>
                  </a:lnTo>
                  <a:lnTo>
                    <a:pt x="1083" y="2400"/>
                  </a:lnTo>
                  <a:lnTo>
                    <a:pt x="1278" y="2465"/>
                  </a:lnTo>
                  <a:lnTo>
                    <a:pt x="1500" y="2530"/>
                  </a:lnTo>
                  <a:lnTo>
                    <a:pt x="1722" y="2569"/>
                  </a:lnTo>
                  <a:lnTo>
                    <a:pt x="1956" y="2595"/>
                  </a:lnTo>
                  <a:lnTo>
                    <a:pt x="2204" y="2621"/>
                  </a:lnTo>
                  <a:lnTo>
                    <a:pt x="2452" y="2634"/>
                  </a:lnTo>
                  <a:lnTo>
                    <a:pt x="2699" y="2621"/>
                  </a:lnTo>
                  <a:lnTo>
                    <a:pt x="2947" y="2595"/>
                  </a:lnTo>
                  <a:lnTo>
                    <a:pt x="3182" y="2569"/>
                  </a:lnTo>
                  <a:lnTo>
                    <a:pt x="3403" y="2530"/>
                  </a:lnTo>
                  <a:lnTo>
                    <a:pt x="3612" y="2465"/>
                  </a:lnTo>
                  <a:lnTo>
                    <a:pt x="3821" y="2400"/>
                  </a:lnTo>
                  <a:lnTo>
                    <a:pt x="4003" y="2321"/>
                  </a:lnTo>
                  <a:lnTo>
                    <a:pt x="4173" y="2243"/>
                  </a:lnTo>
                  <a:lnTo>
                    <a:pt x="4342" y="2152"/>
                  </a:lnTo>
                  <a:lnTo>
                    <a:pt x="4472" y="2048"/>
                  </a:lnTo>
                  <a:lnTo>
                    <a:pt x="4603" y="1943"/>
                  </a:lnTo>
                  <a:lnTo>
                    <a:pt x="4707" y="1826"/>
                  </a:lnTo>
                  <a:lnTo>
                    <a:pt x="4785" y="1709"/>
                  </a:lnTo>
                  <a:lnTo>
                    <a:pt x="4851" y="1578"/>
                  </a:lnTo>
                  <a:lnTo>
                    <a:pt x="4877" y="1448"/>
                  </a:lnTo>
                  <a:lnTo>
                    <a:pt x="4890" y="1317"/>
                  </a:lnTo>
                  <a:lnTo>
                    <a:pt x="4877" y="1174"/>
                  </a:lnTo>
                  <a:lnTo>
                    <a:pt x="4851" y="1044"/>
                  </a:lnTo>
                  <a:lnTo>
                    <a:pt x="4785" y="926"/>
                  </a:lnTo>
                  <a:lnTo>
                    <a:pt x="4707" y="796"/>
                  </a:lnTo>
                  <a:lnTo>
                    <a:pt x="4603" y="692"/>
                  </a:lnTo>
                  <a:lnTo>
                    <a:pt x="4472" y="574"/>
                  </a:lnTo>
                  <a:lnTo>
                    <a:pt x="4342" y="483"/>
                  </a:lnTo>
                  <a:lnTo>
                    <a:pt x="4173" y="379"/>
                  </a:lnTo>
                  <a:lnTo>
                    <a:pt x="4003" y="301"/>
                  </a:lnTo>
                  <a:lnTo>
                    <a:pt x="3821" y="222"/>
                  </a:lnTo>
                  <a:lnTo>
                    <a:pt x="3612" y="157"/>
                  </a:lnTo>
                  <a:lnTo>
                    <a:pt x="3403" y="105"/>
                  </a:lnTo>
                  <a:lnTo>
                    <a:pt x="3182" y="53"/>
                  </a:lnTo>
                  <a:lnTo>
                    <a:pt x="2947" y="27"/>
                  </a:lnTo>
                  <a:lnTo>
                    <a:pt x="269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3"/>
            <p:cNvSpPr/>
            <p:nvPr/>
          </p:nvSpPr>
          <p:spPr>
            <a:xfrm>
              <a:off x="6551097" y="1676952"/>
              <a:ext cx="86974" cy="1047395"/>
            </a:xfrm>
            <a:custGeom>
              <a:rect b="b" l="l" r="r" t="t"/>
              <a:pathLst>
                <a:path extrusionOk="0" fill="none" h="34237" w="2843">
                  <a:moveTo>
                    <a:pt x="2842" y="0"/>
                  </a:moveTo>
                  <a:lnTo>
                    <a:pt x="0" y="34237"/>
                  </a:lnTo>
                </a:path>
              </a:pathLst>
            </a:custGeom>
            <a:solidFill>
              <a:schemeClr val="accent2"/>
            </a:solidFill>
            <a:ln cap="rnd" cmpd="sng" w="211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3"/>
            <p:cNvSpPr/>
            <p:nvPr/>
          </p:nvSpPr>
          <p:spPr>
            <a:xfrm>
              <a:off x="6567831" y="1455932"/>
              <a:ext cx="151984" cy="232166"/>
            </a:xfrm>
            <a:custGeom>
              <a:rect b="b" l="l" r="r" t="t"/>
              <a:pathLst>
                <a:path extrusionOk="0" h="7589" w="4968">
                  <a:moveTo>
                    <a:pt x="3873" y="1"/>
                  </a:moveTo>
                  <a:lnTo>
                    <a:pt x="3521" y="223"/>
                  </a:lnTo>
                  <a:lnTo>
                    <a:pt x="3169" y="470"/>
                  </a:lnTo>
                  <a:lnTo>
                    <a:pt x="2830" y="731"/>
                  </a:lnTo>
                  <a:lnTo>
                    <a:pt x="2504" y="1005"/>
                  </a:lnTo>
                  <a:lnTo>
                    <a:pt x="2204" y="1292"/>
                  </a:lnTo>
                  <a:lnTo>
                    <a:pt x="1904" y="1591"/>
                  </a:lnTo>
                  <a:lnTo>
                    <a:pt x="1617" y="1904"/>
                  </a:lnTo>
                  <a:lnTo>
                    <a:pt x="1343" y="2243"/>
                  </a:lnTo>
                  <a:lnTo>
                    <a:pt x="1122" y="2517"/>
                  </a:lnTo>
                  <a:lnTo>
                    <a:pt x="913" y="2817"/>
                  </a:lnTo>
                  <a:lnTo>
                    <a:pt x="705" y="3130"/>
                  </a:lnTo>
                  <a:lnTo>
                    <a:pt x="509" y="3456"/>
                  </a:lnTo>
                  <a:lnTo>
                    <a:pt x="327" y="3795"/>
                  </a:lnTo>
                  <a:lnTo>
                    <a:pt x="248" y="3964"/>
                  </a:lnTo>
                  <a:lnTo>
                    <a:pt x="183" y="4134"/>
                  </a:lnTo>
                  <a:lnTo>
                    <a:pt x="131" y="4316"/>
                  </a:lnTo>
                  <a:lnTo>
                    <a:pt x="79" y="4486"/>
                  </a:lnTo>
                  <a:lnTo>
                    <a:pt x="40" y="4668"/>
                  </a:lnTo>
                  <a:lnTo>
                    <a:pt x="14" y="4851"/>
                  </a:lnTo>
                  <a:lnTo>
                    <a:pt x="1" y="5098"/>
                  </a:lnTo>
                  <a:lnTo>
                    <a:pt x="14" y="5346"/>
                  </a:lnTo>
                  <a:lnTo>
                    <a:pt x="53" y="5594"/>
                  </a:lnTo>
                  <a:lnTo>
                    <a:pt x="105" y="5829"/>
                  </a:lnTo>
                  <a:lnTo>
                    <a:pt x="183" y="6050"/>
                  </a:lnTo>
                  <a:lnTo>
                    <a:pt x="287" y="6272"/>
                  </a:lnTo>
                  <a:lnTo>
                    <a:pt x="418" y="6480"/>
                  </a:lnTo>
                  <a:lnTo>
                    <a:pt x="548" y="6676"/>
                  </a:lnTo>
                  <a:lnTo>
                    <a:pt x="718" y="6845"/>
                  </a:lnTo>
                  <a:lnTo>
                    <a:pt x="887" y="7015"/>
                  </a:lnTo>
                  <a:lnTo>
                    <a:pt x="1083" y="7158"/>
                  </a:lnTo>
                  <a:lnTo>
                    <a:pt x="1278" y="7276"/>
                  </a:lnTo>
                  <a:lnTo>
                    <a:pt x="1500" y="7393"/>
                  </a:lnTo>
                  <a:lnTo>
                    <a:pt x="1735" y="7471"/>
                  </a:lnTo>
                  <a:lnTo>
                    <a:pt x="1969" y="7536"/>
                  </a:lnTo>
                  <a:lnTo>
                    <a:pt x="2217" y="7576"/>
                  </a:lnTo>
                  <a:lnTo>
                    <a:pt x="2478" y="7589"/>
                  </a:lnTo>
                  <a:lnTo>
                    <a:pt x="2725" y="7576"/>
                  </a:lnTo>
                  <a:lnTo>
                    <a:pt x="2973" y="7550"/>
                  </a:lnTo>
                  <a:lnTo>
                    <a:pt x="3208" y="7484"/>
                  </a:lnTo>
                  <a:lnTo>
                    <a:pt x="3429" y="7406"/>
                  </a:lnTo>
                  <a:lnTo>
                    <a:pt x="3651" y="7302"/>
                  </a:lnTo>
                  <a:lnTo>
                    <a:pt x="3847" y="7184"/>
                  </a:lnTo>
                  <a:lnTo>
                    <a:pt x="4042" y="7041"/>
                  </a:lnTo>
                  <a:lnTo>
                    <a:pt x="4225" y="6885"/>
                  </a:lnTo>
                  <a:lnTo>
                    <a:pt x="4381" y="6702"/>
                  </a:lnTo>
                  <a:lnTo>
                    <a:pt x="4525" y="6520"/>
                  </a:lnTo>
                  <a:lnTo>
                    <a:pt x="4655" y="6311"/>
                  </a:lnTo>
                  <a:lnTo>
                    <a:pt x="4759" y="6089"/>
                  </a:lnTo>
                  <a:lnTo>
                    <a:pt x="4850" y="5868"/>
                  </a:lnTo>
                  <a:lnTo>
                    <a:pt x="4916" y="5620"/>
                  </a:lnTo>
                  <a:lnTo>
                    <a:pt x="4955" y="5372"/>
                  </a:lnTo>
                  <a:lnTo>
                    <a:pt x="4968" y="5229"/>
                  </a:lnTo>
                  <a:lnTo>
                    <a:pt x="4955" y="5072"/>
                  </a:lnTo>
                  <a:lnTo>
                    <a:pt x="4955" y="4929"/>
                  </a:lnTo>
                  <a:lnTo>
                    <a:pt x="4929" y="4773"/>
                  </a:lnTo>
                  <a:lnTo>
                    <a:pt x="4877" y="4473"/>
                  </a:lnTo>
                  <a:lnTo>
                    <a:pt x="4811" y="4186"/>
                  </a:lnTo>
                  <a:lnTo>
                    <a:pt x="4733" y="3834"/>
                  </a:lnTo>
                  <a:lnTo>
                    <a:pt x="4655" y="3495"/>
                  </a:lnTo>
                  <a:lnTo>
                    <a:pt x="4603" y="3143"/>
                  </a:lnTo>
                  <a:lnTo>
                    <a:pt x="4551" y="2791"/>
                  </a:lnTo>
                  <a:lnTo>
                    <a:pt x="4498" y="2387"/>
                  </a:lnTo>
                  <a:lnTo>
                    <a:pt x="4433" y="1983"/>
                  </a:lnTo>
                  <a:lnTo>
                    <a:pt x="4355" y="1578"/>
                  </a:lnTo>
                  <a:lnTo>
                    <a:pt x="4264" y="1174"/>
                  </a:lnTo>
                  <a:lnTo>
                    <a:pt x="4055" y="548"/>
                  </a:lnTo>
                  <a:lnTo>
                    <a:pt x="3925" y="170"/>
                  </a:lnTo>
                  <a:lnTo>
                    <a:pt x="3873" y="1"/>
                  </a:lnTo>
                  <a:close/>
                </a:path>
              </a:pathLst>
            </a:custGeom>
            <a:solidFill>
              <a:srgbClr val="F25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p:nvPr/>
          </p:nvSpPr>
          <p:spPr>
            <a:xfrm>
              <a:off x="6569025" y="1451159"/>
              <a:ext cx="151984" cy="237337"/>
            </a:xfrm>
            <a:custGeom>
              <a:rect b="b" l="l" r="r" t="t"/>
              <a:pathLst>
                <a:path extrusionOk="0" h="7758" w="4968">
                  <a:moveTo>
                    <a:pt x="1956" y="0"/>
                  </a:moveTo>
                  <a:lnTo>
                    <a:pt x="1878" y="170"/>
                  </a:lnTo>
                  <a:lnTo>
                    <a:pt x="1683" y="522"/>
                  </a:lnTo>
                  <a:lnTo>
                    <a:pt x="1383" y="1096"/>
                  </a:lnTo>
                  <a:lnTo>
                    <a:pt x="1213" y="1474"/>
                  </a:lnTo>
                  <a:lnTo>
                    <a:pt x="1070" y="1865"/>
                  </a:lnTo>
                  <a:lnTo>
                    <a:pt x="952" y="2243"/>
                  </a:lnTo>
                  <a:lnTo>
                    <a:pt x="822" y="2634"/>
                  </a:lnTo>
                  <a:lnTo>
                    <a:pt x="718" y="2986"/>
                  </a:lnTo>
                  <a:lnTo>
                    <a:pt x="600" y="3312"/>
                  </a:lnTo>
                  <a:lnTo>
                    <a:pt x="483" y="3651"/>
                  </a:lnTo>
                  <a:lnTo>
                    <a:pt x="340" y="3977"/>
                  </a:lnTo>
                  <a:lnTo>
                    <a:pt x="222" y="4251"/>
                  </a:lnTo>
                  <a:lnTo>
                    <a:pt x="118" y="4537"/>
                  </a:lnTo>
                  <a:lnTo>
                    <a:pt x="79" y="4681"/>
                  </a:lnTo>
                  <a:lnTo>
                    <a:pt x="40" y="4824"/>
                  </a:lnTo>
                  <a:lnTo>
                    <a:pt x="14" y="4981"/>
                  </a:lnTo>
                  <a:lnTo>
                    <a:pt x="1" y="5124"/>
                  </a:lnTo>
                  <a:lnTo>
                    <a:pt x="1" y="5372"/>
                  </a:lnTo>
                  <a:lnTo>
                    <a:pt x="27" y="5620"/>
                  </a:lnTo>
                  <a:lnTo>
                    <a:pt x="66" y="5867"/>
                  </a:lnTo>
                  <a:lnTo>
                    <a:pt x="144" y="6102"/>
                  </a:lnTo>
                  <a:lnTo>
                    <a:pt x="235" y="6324"/>
                  </a:lnTo>
                  <a:lnTo>
                    <a:pt x="340" y="6532"/>
                  </a:lnTo>
                  <a:lnTo>
                    <a:pt x="470" y="6728"/>
                  </a:lnTo>
                  <a:lnTo>
                    <a:pt x="626" y="6923"/>
                  </a:lnTo>
                  <a:lnTo>
                    <a:pt x="783" y="7093"/>
                  </a:lnTo>
                  <a:lnTo>
                    <a:pt x="965" y="7249"/>
                  </a:lnTo>
                  <a:lnTo>
                    <a:pt x="1161" y="7380"/>
                  </a:lnTo>
                  <a:lnTo>
                    <a:pt x="1383" y="7497"/>
                  </a:lnTo>
                  <a:lnTo>
                    <a:pt x="1604" y="7588"/>
                  </a:lnTo>
                  <a:lnTo>
                    <a:pt x="1839" y="7666"/>
                  </a:lnTo>
                  <a:lnTo>
                    <a:pt x="2074" y="7719"/>
                  </a:lnTo>
                  <a:lnTo>
                    <a:pt x="2334" y="7745"/>
                  </a:lnTo>
                  <a:lnTo>
                    <a:pt x="2582" y="7758"/>
                  </a:lnTo>
                  <a:lnTo>
                    <a:pt x="2830" y="7732"/>
                  </a:lnTo>
                  <a:lnTo>
                    <a:pt x="3078" y="7679"/>
                  </a:lnTo>
                  <a:lnTo>
                    <a:pt x="3312" y="7614"/>
                  </a:lnTo>
                  <a:lnTo>
                    <a:pt x="3534" y="7523"/>
                  </a:lnTo>
                  <a:lnTo>
                    <a:pt x="3742" y="7406"/>
                  </a:lnTo>
                  <a:lnTo>
                    <a:pt x="3938" y="7275"/>
                  </a:lnTo>
                  <a:lnTo>
                    <a:pt x="4120" y="7132"/>
                  </a:lnTo>
                  <a:lnTo>
                    <a:pt x="4303" y="6962"/>
                  </a:lnTo>
                  <a:lnTo>
                    <a:pt x="4446" y="6780"/>
                  </a:lnTo>
                  <a:lnTo>
                    <a:pt x="4590" y="6584"/>
                  </a:lnTo>
                  <a:lnTo>
                    <a:pt x="4707" y="6376"/>
                  </a:lnTo>
                  <a:lnTo>
                    <a:pt x="4798" y="6154"/>
                  </a:lnTo>
                  <a:lnTo>
                    <a:pt x="4877" y="5919"/>
                  </a:lnTo>
                  <a:lnTo>
                    <a:pt x="4929" y="5672"/>
                  </a:lnTo>
                  <a:lnTo>
                    <a:pt x="4955" y="5424"/>
                  </a:lnTo>
                  <a:lnTo>
                    <a:pt x="4968" y="5241"/>
                  </a:lnTo>
                  <a:lnTo>
                    <a:pt x="4955" y="5059"/>
                  </a:lnTo>
                  <a:lnTo>
                    <a:pt x="4942" y="4876"/>
                  </a:lnTo>
                  <a:lnTo>
                    <a:pt x="4903" y="4694"/>
                  </a:lnTo>
                  <a:lnTo>
                    <a:pt x="4864" y="4511"/>
                  </a:lnTo>
                  <a:lnTo>
                    <a:pt x="4825" y="4329"/>
                  </a:lnTo>
                  <a:lnTo>
                    <a:pt x="4707" y="3964"/>
                  </a:lnTo>
                  <a:lnTo>
                    <a:pt x="4564" y="3612"/>
                  </a:lnTo>
                  <a:lnTo>
                    <a:pt x="4407" y="3273"/>
                  </a:lnTo>
                  <a:lnTo>
                    <a:pt x="4251" y="2934"/>
                  </a:lnTo>
                  <a:lnTo>
                    <a:pt x="4081" y="2621"/>
                  </a:lnTo>
                  <a:lnTo>
                    <a:pt x="3873" y="2256"/>
                  </a:lnTo>
                  <a:lnTo>
                    <a:pt x="3638" y="1904"/>
                  </a:lnTo>
                  <a:lnTo>
                    <a:pt x="3390" y="1552"/>
                  </a:lnTo>
                  <a:lnTo>
                    <a:pt x="3130" y="1226"/>
                  </a:lnTo>
                  <a:lnTo>
                    <a:pt x="2856" y="900"/>
                  </a:lnTo>
                  <a:lnTo>
                    <a:pt x="2569" y="587"/>
                  </a:lnTo>
                  <a:lnTo>
                    <a:pt x="2269" y="287"/>
                  </a:lnTo>
                  <a:lnTo>
                    <a:pt x="1956" y="0"/>
                  </a:lnTo>
                  <a:close/>
                </a:path>
              </a:pathLst>
            </a:custGeom>
            <a:solidFill>
              <a:srgbClr val="F256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3"/>
            <p:cNvSpPr/>
            <p:nvPr/>
          </p:nvSpPr>
          <p:spPr>
            <a:xfrm>
              <a:off x="6567831" y="1496620"/>
              <a:ext cx="214606" cy="191478"/>
            </a:xfrm>
            <a:custGeom>
              <a:rect b="b" l="l" r="r" t="t"/>
              <a:pathLst>
                <a:path extrusionOk="0" h="6259" w="7015">
                  <a:moveTo>
                    <a:pt x="5137" y="1"/>
                  </a:moveTo>
                  <a:lnTo>
                    <a:pt x="4824" y="27"/>
                  </a:lnTo>
                  <a:lnTo>
                    <a:pt x="4511" y="53"/>
                  </a:lnTo>
                  <a:lnTo>
                    <a:pt x="4186" y="118"/>
                  </a:lnTo>
                  <a:lnTo>
                    <a:pt x="3873" y="183"/>
                  </a:lnTo>
                  <a:lnTo>
                    <a:pt x="3547" y="274"/>
                  </a:lnTo>
                  <a:lnTo>
                    <a:pt x="3234" y="392"/>
                  </a:lnTo>
                  <a:lnTo>
                    <a:pt x="2921" y="509"/>
                  </a:lnTo>
                  <a:lnTo>
                    <a:pt x="2621" y="653"/>
                  </a:lnTo>
                  <a:lnTo>
                    <a:pt x="2334" y="809"/>
                  </a:lnTo>
                  <a:lnTo>
                    <a:pt x="2060" y="992"/>
                  </a:lnTo>
                  <a:lnTo>
                    <a:pt x="1604" y="1304"/>
                  </a:lnTo>
                  <a:lnTo>
                    <a:pt x="1369" y="1474"/>
                  </a:lnTo>
                  <a:lnTo>
                    <a:pt x="1135" y="1656"/>
                  </a:lnTo>
                  <a:lnTo>
                    <a:pt x="913" y="1852"/>
                  </a:lnTo>
                  <a:lnTo>
                    <a:pt x="705" y="2048"/>
                  </a:lnTo>
                  <a:lnTo>
                    <a:pt x="522" y="2256"/>
                  </a:lnTo>
                  <a:lnTo>
                    <a:pt x="444" y="2373"/>
                  </a:lnTo>
                  <a:lnTo>
                    <a:pt x="366" y="2491"/>
                  </a:lnTo>
                  <a:lnTo>
                    <a:pt x="248" y="2712"/>
                  </a:lnTo>
                  <a:lnTo>
                    <a:pt x="144" y="2947"/>
                  </a:lnTo>
                  <a:lnTo>
                    <a:pt x="79" y="3182"/>
                  </a:lnTo>
                  <a:lnTo>
                    <a:pt x="27" y="3416"/>
                  </a:lnTo>
                  <a:lnTo>
                    <a:pt x="1" y="3651"/>
                  </a:lnTo>
                  <a:lnTo>
                    <a:pt x="1" y="3899"/>
                  </a:lnTo>
                  <a:lnTo>
                    <a:pt x="27" y="4134"/>
                  </a:lnTo>
                  <a:lnTo>
                    <a:pt x="79" y="4368"/>
                  </a:lnTo>
                  <a:lnTo>
                    <a:pt x="144" y="4590"/>
                  </a:lnTo>
                  <a:lnTo>
                    <a:pt x="222" y="4811"/>
                  </a:lnTo>
                  <a:lnTo>
                    <a:pt x="340" y="5033"/>
                  </a:lnTo>
                  <a:lnTo>
                    <a:pt x="470" y="5229"/>
                  </a:lnTo>
                  <a:lnTo>
                    <a:pt x="626" y="5424"/>
                  </a:lnTo>
                  <a:lnTo>
                    <a:pt x="796" y="5594"/>
                  </a:lnTo>
                  <a:lnTo>
                    <a:pt x="978" y="5750"/>
                  </a:lnTo>
                  <a:lnTo>
                    <a:pt x="1187" y="5894"/>
                  </a:lnTo>
                  <a:lnTo>
                    <a:pt x="1422" y="6024"/>
                  </a:lnTo>
                  <a:lnTo>
                    <a:pt x="1643" y="6115"/>
                  </a:lnTo>
                  <a:lnTo>
                    <a:pt x="1878" y="6193"/>
                  </a:lnTo>
                  <a:lnTo>
                    <a:pt x="2126" y="6233"/>
                  </a:lnTo>
                  <a:lnTo>
                    <a:pt x="2360" y="6259"/>
                  </a:lnTo>
                  <a:lnTo>
                    <a:pt x="2595" y="6259"/>
                  </a:lnTo>
                  <a:lnTo>
                    <a:pt x="2843" y="6233"/>
                  </a:lnTo>
                  <a:lnTo>
                    <a:pt x="3064" y="6193"/>
                  </a:lnTo>
                  <a:lnTo>
                    <a:pt x="3299" y="6128"/>
                  </a:lnTo>
                  <a:lnTo>
                    <a:pt x="3521" y="6037"/>
                  </a:lnTo>
                  <a:lnTo>
                    <a:pt x="3729" y="5920"/>
                  </a:lnTo>
                  <a:lnTo>
                    <a:pt x="3938" y="5789"/>
                  </a:lnTo>
                  <a:lnTo>
                    <a:pt x="4120" y="5646"/>
                  </a:lnTo>
                  <a:lnTo>
                    <a:pt x="4303" y="5476"/>
                  </a:lnTo>
                  <a:lnTo>
                    <a:pt x="4459" y="5281"/>
                  </a:lnTo>
                  <a:lnTo>
                    <a:pt x="4603" y="5072"/>
                  </a:lnTo>
                  <a:lnTo>
                    <a:pt x="4681" y="4929"/>
                  </a:lnTo>
                  <a:lnTo>
                    <a:pt x="4759" y="4772"/>
                  </a:lnTo>
                  <a:lnTo>
                    <a:pt x="4824" y="4616"/>
                  </a:lnTo>
                  <a:lnTo>
                    <a:pt x="4890" y="4459"/>
                  </a:lnTo>
                  <a:lnTo>
                    <a:pt x="4994" y="4134"/>
                  </a:lnTo>
                  <a:lnTo>
                    <a:pt x="5085" y="3795"/>
                  </a:lnTo>
                  <a:lnTo>
                    <a:pt x="5229" y="3104"/>
                  </a:lnTo>
                  <a:lnTo>
                    <a:pt x="5307" y="2752"/>
                  </a:lnTo>
                  <a:lnTo>
                    <a:pt x="5385" y="2413"/>
                  </a:lnTo>
                  <a:lnTo>
                    <a:pt x="5476" y="2074"/>
                  </a:lnTo>
                  <a:lnTo>
                    <a:pt x="5594" y="1761"/>
                  </a:lnTo>
                  <a:lnTo>
                    <a:pt x="5659" y="1604"/>
                  </a:lnTo>
                  <a:lnTo>
                    <a:pt x="5724" y="1461"/>
                  </a:lnTo>
                  <a:lnTo>
                    <a:pt x="5815" y="1317"/>
                  </a:lnTo>
                  <a:lnTo>
                    <a:pt x="5893" y="1174"/>
                  </a:lnTo>
                  <a:lnTo>
                    <a:pt x="5998" y="1044"/>
                  </a:lnTo>
                  <a:lnTo>
                    <a:pt x="6102" y="926"/>
                  </a:lnTo>
                  <a:lnTo>
                    <a:pt x="6219" y="809"/>
                  </a:lnTo>
                  <a:lnTo>
                    <a:pt x="6363" y="705"/>
                  </a:lnTo>
                  <a:lnTo>
                    <a:pt x="6506" y="600"/>
                  </a:lnTo>
                  <a:lnTo>
                    <a:pt x="6663" y="509"/>
                  </a:lnTo>
                  <a:lnTo>
                    <a:pt x="6832" y="431"/>
                  </a:lnTo>
                  <a:lnTo>
                    <a:pt x="7015" y="353"/>
                  </a:lnTo>
                  <a:lnTo>
                    <a:pt x="6715" y="235"/>
                  </a:lnTo>
                  <a:lnTo>
                    <a:pt x="6415" y="144"/>
                  </a:lnTo>
                  <a:lnTo>
                    <a:pt x="6102" y="79"/>
                  </a:lnTo>
                  <a:lnTo>
                    <a:pt x="5776" y="27"/>
                  </a:lnTo>
                  <a:lnTo>
                    <a:pt x="5463" y="1"/>
                  </a:lnTo>
                  <a:close/>
                </a:path>
              </a:pathLst>
            </a:custGeom>
            <a:solidFill>
              <a:srgbClr val="FF87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3"/>
            <p:cNvSpPr/>
            <p:nvPr/>
          </p:nvSpPr>
          <p:spPr>
            <a:xfrm>
              <a:off x="6527143" y="1477866"/>
              <a:ext cx="188695" cy="210232"/>
            </a:xfrm>
            <a:custGeom>
              <a:rect b="b" l="l" r="r" t="t"/>
              <a:pathLst>
                <a:path extrusionOk="0" h="6872" w="6168">
                  <a:moveTo>
                    <a:pt x="627" y="1"/>
                  </a:moveTo>
                  <a:lnTo>
                    <a:pt x="314" y="27"/>
                  </a:lnTo>
                  <a:lnTo>
                    <a:pt x="1" y="79"/>
                  </a:lnTo>
                  <a:lnTo>
                    <a:pt x="170" y="183"/>
                  </a:lnTo>
                  <a:lnTo>
                    <a:pt x="314" y="301"/>
                  </a:lnTo>
                  <a:lnTo>
                    <a:pt x="444" y="418"/>
                  </a:lnTo>
                  <a:lnTo>
                    <a:pt x="561" y="548"/>
                  </a:lnTo>
                  <a:lnTo>
                    <a:pt x="666" y="692"/>
                  </a:lnTo>
                  <a:lnTo>
                    <a:pt x="757" y="822"/>
                  </a:lnTo>
                  <a:lnTo>
                    <a:pt x="848" y="966"/>
                  </a:lnTo>
                  <a:lnTo>
                    <a:pt x="913" y="1122"/>
                  </a:lnTo>
                  <a:lnTo>
                    <a:pt x="966" y="1279"/>
                  </a:lnTo>
                  <a:lnTo>
                    <a:pt x="1018" y="1435"/>
                  </a:lnTo>
                  <a:lnTo>
                    <a:pt x="1057" y="1591"/>
                  </a:lnTo>
                  <a:lnTo>
                    <a:pt x="1083" y="1748"/>
                  </a:lnTo>
                  <a:lnTo>
                    <a:pt x="1135" y="2087"/>
                  </a:lnTo>
                  <a:lnTo>
                    <a:pt x="1148" y="2439"/>
                  </a:lnTo>
                  <a:lnTo>
                    <a:pt x="1148" y="2778"/>
                  </a:lnTo>
                  <a:lnTo>
                    <a:pt x="1148" y="3143"/>
                  </a:lnTo>
                  <a:lnTo>
                    <a:pt x="1148" y="3847"/>
                  </a:lnTo>
                  <a:lnTo>
                    <a:pt x="1161" y="4199"/>
                  </a:lnTo>
                  <a:lnTo>
                    <a:pt x="1187" y="4538"/>
                  </a:lnTo>
                  <a:lnTo>
                    <a:pt x="1213" y="4707"/>
                  </a:lnTo>
                  <a:lnTo>
                    <a:pt x="1252" y="4877"/>
                  </a:lnTo>
                  <a:lnTo>
                    <a:pt x="1291" y="5033"/>
                  </a:lnTo>
                  <a:lnTo>
                    <a:pt x="1344" y="5203"/>
                  </a:lnTo>
                  <a:lnTo>
                    <a:pt x="1435" y="5438"/>
                  </a:lnTo>
                  <a:lnTo>
                    <a:pt x="1552" y="5659"/>
                  </a:lnTo>
                  <a:lnTo>
                    <a:pt x="1683" y="5855"/>
                  </a:lnTo>
                  <a:lnTo>
                    <a:pt x="1839" y="6050"/>
                  </a:lnTo>
                  <a:lnTo>
                    <a:pt x="2009" y="6220"/>
                  </a:lnTo>
                  <a:lnTo>
                    <a:pt x="2191" y="6376"/>
                  </a:lnTo>
                  <a:lnTo>
                    <a:pt x="2387" y="6507"/>
                  </a:lnTo>
                  <a:lnTo>
                    <a:pt x="2595" y="6624"/>
                  </a:lnTo>
                  <a:lnTo>
                    <a:pt x="2817" y="6715"/>
                  </a:lnTo>
                  <a:lnTo>
                    <a:pt x="3038" y="6793"/>
                  </a:lnTo>
                  <a:lnTo>
                    <a:pt x="3273" y="6846"/>
                  </a:lnTo>
                  <a:lnTo>
                    <a:pt x="3521" y="6872"/>
                  </a:lnTo>
                  <a:lnTo>
                    <a:pt x="3756" y="6872"/>
                  </a:lnTo>
                  <a:lnTo>
                    <a:pt x="4003" y="6859"/>
                  </a:lnTo>
                  <a:lnTo>
                    <a:pt x="4251" y="6806"/>
                  </a:lnTo>
                  <a:lnTo>
                    <a:pt x="4499" y="6741"/>
                  </a:lnTo>
                  <a:lnTo>
                    <a:pt x="4733" y="6650"/>
                  </a:lnTo>
                  <a:lnTo>
                    <a:pt x="4955" y="6533"/>
                  </a:lnTo>
                  <a:lnTo>
                    <a:pt x="5151" y="6389"/>
                  </a:lnTo>
                  <a:lnTo>
                    <a:pt x="5346" y="6246"/>
                  </a:lnTo>
                  <a:lnTo>
                    <a:pt x="5516" y="6076"/>
                  </a:lnTo>
                  <a:lnTo>
                    <a:pt x="5672" y="5894"/>
                  </a:lnTo>
                  <a:lnTo>
                    <a:pt x="5802" y="5685"/>
                  </a:lnTo>
                  <a:lnTo>
                    <a:pt x="5920" y="5477"/>
                  </a:lnTo>
                  <a:lnTo>
                    <a:pt x="6011" y="5268"/>
                  </a:lnTo>
                  <a:lnTo>
                    <a:pt x="6089" y="5033"/>
                  </a:lnTo>
                  <a:lnTo>
                    <a:pt x="6141" y="4799"/>
                  </a:lnTo>
                  <a:lnTo>
                    <a:pt x="6167" y="4564"/>
                  </a:lnTo>
                  <a:lnTo>
                    <a:pt x="6167" y="4316"/>
                  </a:lnTo>
                  <a:lnTo>
                    <a:pt x="6154" y="4082"/>
                  </a:lnTo>
                  <a:lnTo>
                    <a:pt x="6102" y="3834"/>
                  </a:lnTo>
                  <a:lnTo>
                    <a:pt x="6037" y="3586"/>
                  </a:lnTo>
                  <a:lnTo>
                    <a:pt x="5985" y="3456"/>
                  </a:lnTo>
                  <a:lnTo>
                    <a:pt x="5933" y="3325"/>
                  </a:lnTo>
                  <a:lnTo>
                    <a:pt x="5789" y="3078"/>
                  </a:lnTo>
                  <a:lnTo>
                    <a:pt x="5633" y="2843"/>
                  </a:lnTo>
                  <a:lnTo>
                    <a:pt x="5463" y="2608"/>
                  </a:lnTo>
                  <a:lnTo>
                    <a:pt x="5268" y="2387"/>
                  </a:lnTo>
                  <a:lnTo>
                    <a:pt x="5085" y="2165"/>
                  </a:lnTo>
                  <a:lnTo>
                    <a:pt x="4707" y="1761"/>
                  </a:lnTo>
                  <a:lnTo>
                    <a:pt x="4473" y="1526"/>
                  </a:lnTo>
                  <a:lnTo>
                    <a:pt x="4225" y="1318"/>
                  </a:lnTo>
                  <a:lnTo>
                    <a:pt x="3964" y="1109"/>
                  </a:lnTo>
                  <a:lnTo>
                    <a:pt x="3690" y="927"/>
                  </a:lnTo>
                  <a:lnTo>
                    <a:pt x="3404" y="744"/>
                  </a:lnTo>
                  <a:lnTo>
                    <a:pt x="3104" y="588"/>
                  </a:lnTo>
                  <a:lnTo>
                    <a:pt x="2817" y="444"/>
                  </a:lnTo>
                  <a:lnTo>
                    <a:pt x="2517" y="327"/>
                  </a:lnTo>
                  <a:lnTo>
                    <a:pt x="2217" y="223"/>
                  </a:lnTo>
                  <a:lnTo>
                    <a:pt x="1904" y="131"/>
                  </a:lnTo>
                  <a:lnTo>
                    <a:pt x="1591" y="66"/>
                  </a:lnTo>
                  <a:lnTo>
                    <a:pt x="1278" y="27"/>
                  </a:lnTo>
                  <a:lnTo>
                    <a:pt x="95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3"/>
            <p:cNvSpPr/>
            <p:nvPr/>
          </p:nvSpPr>
          <p:spPr>
            <a:xfrm>
              <a:off x="6381982" y="1903041"/>
              <a:ext cx="213413" cy="339057"/>
            </a:xfrm>
            <a:custGeom>
              <a:rect b="b" l="l" r="r" t="t"/>
              <a:pathLst>
                <a:path extrusionOk="0" h="11083" w="6976">
                  <a:moveTo>
                    <a:pt x="4407" y="1"/>
                  </a:moveTo>
                  <a:lnTo>
                    <a:pt x="4302" y="14"/>
                  </a:lnTo>
                  <a:lnTo>
                    <a:pt x="4185" y="40"/>
                  </a:lnTo>
                  <a:lnTo>
                    <a:pt x="4068" y="92"/>
                  </a:lnTo>
                  <a:lnTo>
                    <a:pt x="3950" y="144"/>
                  </a:lnTo>
                  <a:lnTo>
                    <a:pt x="3833" y="222"/>
                  </a:lnTo>
                  <a:lnTo>
                    <a:pt x="2738" y="992"/>
                  </a:lnTo>
                  <a:lnTo>
                    <a:pt x="1982" y="1539"/>
                  </a:lnTo>
                  <a:lnTo>
                    <a:pt x="1617" y="1826"/>
                  </a:lnTo>
                  <a:lnTo>
                    <a:pt x="1252" y="2126"/>
                  </a:lnTo>
                  <a:lnTo>
                    <a:pt x="900" y="2426"/>
                  </a:lnTo>
                  <a:lnTo>
                    <a:pt x="574" y="2765"/>
                  </a:lnTo>
                  <a:lnTo>
                    <a:pt x="430" y="2934"/>
                  </a:lnTo>
                  <a:lnTo>
                    <a:pt x="274" y="3104"/>
                  </a:lnTo>
                  <a:lnTo>
                    <a:pt x="131" y="3286"/>
                  </a:lnTo>
                  <a:lnTo>
                    <a:pt x="0" y="3482"/>
                  </a:lnTo>
                  <a:lnTo>
                    <a:pt x="326" y="3417"/>
                  </a:lnTo>
                  <a:lnTo>
                    <a:pt x="639" y="3351"/>
                  </a:lnTo>
                  <a:lnTo>
                    <a:pt x="952" y="3273"/>
                  </a:lnTo>
                  <a:lnTo>
                    <a:pt x="1265" y="3182"/>
                  </a:lnTo>
                  <a:lnTo>
                    <a:pt x="1578" y="3078"/>
                  </a:lnTo>
                  <a:lnTo>
                    <a:pt x="1891" y="2960"/>
                  </a:lnTo>
                  <a:lnTo>
                    <a:pt x="2190" y="2843"/>
                  </a:lnTo>
                  <a:lnTo>
                    <a:pt x="2490" y="2713"/>
                  </a:lnTo>
                  <a:lnTo>
                    <a:pt x="2777" y="2569"/>
                  </a:lnTo>
                  <a:lnTo>
                    <a:pt x="3064" y="2426"/>
                  </a:lnTo>
                  <a:lnTo>
                    <a:pt x="3351" y="2269"/>
                  </a:lnTo>
                  <a:lnTo>
                    <a:pt x="3638" y="2100"/>
                  </a:lnTo>
                  <a:lnTo>
                    <a:pt x="3911" y="1917"/>
                  </a:lnTo>
                  <a:lnTo>
                    <a:pt x="4172" y="1735"/>
                  </a:lnTo>
                  <a:lnTo>
                    <a:pt x="4446" y="1539"/>
                  </a:lnTo>
                  <a:lnTo>
                    <a:pt x="4694" y="1344"/>
                  </a:lnTo>
                  <a:lnTo>
                    <a:pt x="4798" y="1826"/>
                  </a:lnTo>
                  <a:lnTo>
                    <a:pt x="4889" y="2308"/>
                  </a:lnTo>
                  <a:lnTo>
                    <a:pt x="4967" y="2791"/>
                  </a:lnTo>
                  <a:lnTo>
                    <a:pt x="5020" y="3273"/>
                  </a:lnTo>
                  <a:lnTo>
                    <a:pt x="5059" y="3769"/>
                  </a:lnTo>
                  <a:lnTo>
                    <a:pt x="5098" y="4251"/>
                  </a:lnTo>
                  <a:lnTo>
                    <a:pt x="5111" y="4746"/>
                  </a:lnTo>
                  <a:lnTo>
                    <a:pt x="5124" y="5229"/>
                  </a:lnTo>
                  <a:lnTo>
                    <a:pt x="5137" y="5737"/>
                  </a:lnTo>
                  <a:lnTo>
                    <a:pt x="5176" y="6246"/>
                  </a:lnTo>
                  <a:lnTo>
                    <a:pt x="5241" y="6741"/>
                  </a:lnTo>
                  <a:lnTo>
                    <a:pt x="5332" y="7250"/>
                  </a:lnTo>
                  <a:lnTo>
                    <a:pt x="5437" y="7745"/>
                  </a:lnTo>
                  <a:lnTo>
                    <a:pt x="5554" y="8240"/>
                  </a:lnTo>
                  <a:lnTo>
                    <a:pt x="5697" y="8736"/>
                  </a:lnTo>
                  <a:lnTo>
                    <a:pt x="5854" y="9218"/>
                  </a:lnTo>
                  <a:lnTo>
                    <a:pt x="6050" y="9701"/>
                  </a:lnTo>
                  <a:lnTo>
                    <a:pt x="6141" y="9948"/>
                  </a:lnTo>
                  <a:lnTo>
                    <a:pt x="6258" y="10183"/>
                  </a:lnTo>
                  <a:lnTo>
                    <a:pt x="6375" y="10418"/>
                  </a:lnTo>
                  <a:lnTo>
                    <a:pt x="6506" y="10639"/>
                  </a:lnTo>
                  <a:lnTo>
                    <a:pt x="6636" y="10874"/>
                  </a:lnTo>
                  <a:lnTo>
                    <a:pt x="6793" y="11083"/>
                  </a:lnTo>
                  <a:lnTo>
                    <a:pt x="6936" y="11043"/>
                  </a:lnTo>
                  <a:lnTo>
                    <a:pt x="6962" y="10014"/>
                  </a:lnTo>
                  <a:lnTo>
                    <a:pt x="6975" y="9023"/>
                  </a:lnTo>
                  <a:lnTo>
                    <a:pt x="6949" y="8032"/>
                  </a:lnTo>
                  <a:lnTo>
                    <a:pt x="6910" y="7054"/>
                  </a:lnTo>
                  <a:lnTo>
                    <a:pt x="6884" y="6298"/>
                  </a:lnTo>
                  <a:lnTo>
                    <a:pt x="6858" y="5529"/>
                  </a:lnTo>
                  <a:lnTo>
                    <a:pt x="6832" y="4746"/>
                  </a:lnTo>
                  <a:lnTo>
                    <a:pt x="6780" y="3964"/>
                  </a:lnTo>
                  <a:lnTo>
                    <a:pt x="6754" y="3573"/>
                  </a:lnTo>
                  <a:lnTo>
                    <a:pt x="6714" y="3195"/>
                  </a:lnTo>
                  <a:lnTo>
                    <a:pt x="6662" y="2804"/>
                  </a:lnTo>
                  <a:lnTo>
                    <a:pt x="6610" y="2426"/>
                  </a:lnTo>
                  <a:lnTo>
                    <a:pt x="6545" y="2048"/>
                  </a:lnTo>
                  <a:lnTo>
                    <a:pt x="6454" y="1683"/>
                  </a:lnTo>
                  <a:lnTo>
                    <a:pt x="6362" y="1318"/>
                  </a:lnTo>
                  <a:lnTo>
                    <a:pt x="6258" y="966"/>
                  </a:lnTo>
                  <a:lnTo>
                    <a:pt x="6219" y="861"/>
                  </a:lnTo>
                  <a:lnTo>
                    <a:pt x="6180" y="770"/>
                  </a:lnTo>
                  <a:lnTo>
                    <a:pt x="6128" y="679"/>
                  </a:lnTo>
                  <a:lnTo>
                    <a:pt x="6063" y="601"/>
                  </a:lnTo>
                  <a:lnTo>
                    <a:pt x="5984" y="522"/>
                  </a:lnTo>
                  <a:lnTo>
                    <a:pt x="5880" y="470"/>
                  </a:lnTo>
                  <a:lnTo>
                    <a:pt x="5789" y="431"/>
                  </a:lnTo>
                  <a:lnTo>
                    <a:pt x="5684" y="392"/>
                  </a:lnTo>
                  <a:lnTo>
                    <a:pt x="5437" y="288"/>
                  </a:lnTo>
                  <a:lnTo>
                    <a:pt x="5202" y="196"/>
                  </a:lnTo>
                  <a:lnTo>
                    <a:pt x="4967" y="105"/>
                  </a:lnTo>
                  <a:lnTo>
                    <a:pt x="4746" y="40"/>
                  </a:lnTo>
                  <a:lnTo>
                    <a:pt x="4628" y="14"/>
                  </a:lnTo>
                  <a:lnTo>
                    <a:pt x="452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3"/>
            <p:cNvSpPr/>
            <p:nvPr/>
          </p:nvSpPr>
          <p:spPr>
            <a:xfrm>
              <a:off x="6529530" y="2039055"/>
              <a:ext cx="128060" cy="694817"/>
            </a:xfrm>
            <a:custGeom>
              <a:rect b="b" l="l" r="r" t="t"/>
              <a:pathLst>
                <a:path extrusionOk="0" h="22712" w="4186">
                  <a:moveTo>
                    <a:pt x="1" y="1"/>
                  </a:moveTo>
                  <a:lnTo>
                    <a:pt x="1" y="22712"/>
                  </a:lnTo>
                  <a:lnTo>
                    <a:pt x="4186" y="22712"/>
                  </a:lnTo>
                  <a:lnTo>
                    <a:pt x="418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3"/>
            <p:cNvSpPr/>
            <p:nvPr/>
          </p:nvSpPr>
          <p:spPr>
            <a:xfrm>
              <a:off x="6611303" y="1784189"/>
              <a:ext cx="92573" cy="228189"/>
            </a:xfrm>
            <a:custGeom>
              <a:rect b="b" l="l" r="r" t="t"/>
              <a:pathLst>
                <a:path extrusionOk="0" h="7459" w="3026">
                  <a:moveTo>
                    <a:pt x="2908" y="1"/>
                  </a:moveTo>
                  <a:lnTo>
                    <a:pt x="2660" y="444"/>
                  </a:lnTo>
                  <a:lnTo>
                    <a:pt x="2439" y="900"/>
                  </a:lnTo>
                  <a:lnTo>
                    <a:pt x="2008" y="1800"/>
                  </a:lnTo>
                  <a:lnTo>
                    <a:pt x="1578" y="2699"/>
                  </a:lnTo>
                  <a:lnTo>
                    <a:pt x="1161" y="3599"/>
                  </a:lnTo>
                  <a:lnTo>
                    <a:pt x="1057" y="3821"/>
                  </a:lnTo>
                  <a:lnTo>
                    <a:pt x="939" y="4042"/>
                  </a:lnTo>
                  <a:lnTo>
                    <a:pt x="705" y="4486"/>
                  </a:lnTo>
                  <a:lnTo>
                    <a:pt x="587" y="4694"/>
                  </a:lnTo>
                  <a:lnTo>
                    <a:pt x="496" y="4916"/>
                  </a:lnTo>
                  <a:lnTo>
                    <a:pt x="405" y="5150"/>
                  </a:lnTo>
                  <a:lnTo>
                    <a:pt x="327" y="5385"/>
                  </a:lnTo>
                  <a:lnTo>
                    <a:pt x="209" y="5854"/>
                  </a:lnTo>
                  <a:lnTo>
                    <a:pt x="118" y="6337"/>
                  </a:lnTo>
                  <a:lnTo>
                    <a:pt x="79" y="6585"/>
                  </a:lnTo>
                  <a:lnTo>
                    <a:pt x="40" y="6845"/>
                  </a:lnTo>
                  <a:lnTo>
                    <a:pt x="14" y="7106"/>
                  </a:lnTo>
                  <a:lnTo>
                    <a:pt x="1" y="7380"/>
                  </a:lnTo>
                  <a:lnTo>
                    <a:pt x="105" y="7458"/>
                  </a:lnTo>
                  <a:lnTo>
                    <a:pt x="235" y="7380"/>
                  </a:lnTo>
                  <a:lnTo>
                    <a:pt x="353" y="7302"/>
                  </a:lnTo>
                  <a:lnTo>
                    <a:pt x="574" y="7132"/>
                  </a:lnTo>
                  <a:lnTo>
                    <a:pt x="770" y="6950"/>
                  </a:lnTo>
                  <a:lnTo>
                    <a:pt x="952" y="6754"/>
                  </a:lnTo>
                  <a:lnTo>
                    <a:pt x="1122" y="6545"/>
                  </a:lnTo>
                  <a:lnTo>
                    <a:pt x="1278" y="6337"/>
                  </a:lnTo>
                  <a:lnTo>
                    <a:pt x="1422" y="6115"/>
                  </a:lnTo>
                  <a:lnTo>
                    <a:pt x="1552" y="5894"/>
                  </a:lnTo>
                  <a:lnTo>
                    <a:pt x="1669" y="5672"/>
                  </a:lnTo>
                  <a:lnTo>
                    <a:pt x="1774" y="5437"/>
                  </a:lnTo>
                  <a:lnTo>
                    <a:pt x="1865" y="5203"/>
                  </a:lnTo>
                  <a:lnTo>
                    <a:pt x="1930" y="4955"/>
                  </a:lnTo>
                  <a:lnTo>
                    <a:pt x="2048" y="4459"/>
                  </a:lnTo>
                  <a:lnTo>
                    <a:pt x="2165" y="3964"/>
                  </a:lnTo>
                  <a:lnTo>
                    <a:pt x="2413" y="2999"/>
                  </a:lnTo>
                  <a:lnTo>
                    <a:pt x="2634" y="2008"/>
                  </a:lnTo>
                  <a:lnTo>
                    <a:pt x="2830" y="1031"/>
                  </a:lnTo>
                  <a:lnTo>
                    <a:pt x="3025" y="53"/>
                  </a:lnTo>
                  <a:lnTo>
                    <a:pt x="290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3"/>
            <p:cNvSpPr/>
            <p:nvPr/>
          </p:nvSpPr>
          <p:spPr>
            <a:xfrm>
              <a:off x="5933282" y="2696366"/>
              <a:ext cx="360563" cy="37506"/>
            </a:xfrm>
            <a:custGeom>
              <a:rect b="b" l="l" r="r" t="t"/>
              <a:pathLst>
                <a:path extrusionOk="0" h="1226" w="11786">
                  <a:moveTo>
                    <a:pt x="0" y="0"/>
                  </a:moveTo>
                  <a:lnTo>
                    <a:pt x="2855" y="913"/>
                  </a:lnTo>
                  <a:lnTo>
                    <a:pt x="2855" y="1226"/>
                  </a:lnTo>
                  <a:lnTo>
                    <a:pt x="8931" y="1226"/>
                  </a:lnTo>
                  <a:lnTo>
                    <a:pt x="8931" y="913"/>
                  </a:lnTo>
                  <a:lnTo>
                    <a:pt x="11786" y="0"/>
                  </a:lnTo>
                  <a:close/>
                </a:path>
              </a:pathLst>
            </a:custGeom>
            <a:solidFill>
              <a:srgbClr val="ED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3"/>
            <p:cNvSpPr/>
            <p:nvPr/>
          </p:nvSpPr>
          <p:spPr>
            <a:xfrm>
              <a:off x="5936463" y="2562738"/>
              <a:ext cx="298369" cy="133659"/>
            </a:xfrm>
            <a:custGeom>
              <a:rect b="b" l="l" r="r" t="t"/>
              <a:pathLst>
                <a:path extrusionOk="0" h="4369" w="9753">
                  <a:moveTo>
                    <a:pt x="1669" y="1187"/>
                  </a:moveTo>
                  <a:lnTo>
                    <a:pt x="1747" y="1200"/>
                  </a:lnTo>
                  <a:lnTo>
                    <a:pt x="1826" y="1213"/>
                  </a:lnTo>
                  <a:lnTo>
                    <a:pt x="1982" y="1252"/>
                  </a:lnTo>
                  <a:lnTo>
                    <a:pt x="2047" y="1487"/>
                  </a:lnTo>
                  <a:lnTo>
                    <a:pt x="2113" y="1709"/>
                  </a:lnTo>
                  <a:lnTo>
                    <a:pt x="2204" y="1930"/>
                  </a:lnTo>
                  <a:lnTo>
                    <a:pt x="2295" y="2139"/>
                  </a:lnTo>
                  <a:lnTo>
                    <a:pt x="2386" y="2334"/>
                  </a:lnTo>
                  <a:lnTo>
                    <a:pt x="2491" y="2530"/>
                  </a:lnTo>
                  <a:lnTo>
                    <a:pt x="2595" y="2699"/>
                  </a:lnTo>
                  <a:lnTo>
                    <a:pt x="2712" y="2869"/>
                  </a:lnTo>
                  <a:lnTo>
                    <a:pt x="2712" y="2869"/>
                  </a:lnTo>
                  <a:lnTo>
                    <a:pt x="2269" y="2856"/>
                  </a:lnTo>
                  <a:lnTo>
                    <a:pt x="1669" y="2856"/>
                  </a:lnTo>
                  <a:lnTo>
                    <a:pt x="1578" y="2843"/>
                  </a:lnTo>
                  <a:lnTo>
                    <a:pt x="1500" y="2830"/>
                  </a:lnTo>
                  <a:lnTo>
                    <a:pt x="1422" y="2817"/>
                  </a:lnTo>
                  <a:lnTo>
                    <a:pt x="1343" y="2791"/>
                  </a:lnTo>
                  <a:lnTo>
                    <a:pt x="1278" y="2752"/>
                  </a:lnTo>
                  <a:lnTo>
                    <a:pt x="1200" y="2712"/>
                  </a:lnTo>
                  <a:lnTo>
                    <a:pt x="1083" y="2608"/>
                  </a:lnTo>
                  <a:lnTo>
                    <a:pt x="978" y="2491"/>
                  </a:lnTo>
                  <a:lnTo>
                    <a:pt x="939" y="2413"/>
                  </a:lnTo>
                  <a:lnTo>
                    <a:pt x="900" y="2347"/>
                  </a:lnTo>
                  <a:lnTo>
                    <a:pt x="874" y="2269"/>
                  </a:lnTo>
                  <a:lnTo>
                    <a:pt x="861" y="2191"/>
                  </a:lnTo>
                  <a:lnTo>
                    <a:pt x="848" y="2113"/>
                  </a:lnTo>
                  <a:lnTo>
                    <a:pt x="835" y="2021"/>
                  </a:lnTo>
                  <a:lnTo>
                    <a:pt x="848" y="1943"/>
                  </a:lnTo>
                  <a:lnTo>
                    <a:pt x="861" y="1852"/>
                  </a:lnTo>
                  <a:lnTo>
                    <a:pt x="874" y="1774"/>
                  </a:lnTo>
                  <a:lnTo>
                    <a:pt x="900" y="1695"/>
                  </a:lnTo>
                  <a:lnTo>
                    <a:pt x="939" y="1630"/>
                  </a:lnTo>
                  <a:lnTo>
                    <a:pt x="978" y="1565"/>
                  </a:lnTo>
                  <a:lnTo>
                    <a:pt x="1083" y="1435"/>
                  </a:lnTo>
                  <a:lnTo>
                    <a:pt x="1200" y="1330"/>
                  </a:lnTo>
                  <a:lnTo>
                    <a:pt x="1278" y="1291"/>
                  </a:lnTo>
                  <a:lnTo>
                    <a:pt x="1343" y="1265"/>
                  </a:lnTo>
                  <a:lnTo>
                    <a:pt x="1422" y="1226"/>
                  </a:lnTo>
                  <a:lnTo>
                    <a:pt x="1500" y="1213"/>
                  </a:lnTo>
                  <a:lnTo>
                    <a:pt x="1578" y="1200"/>
                  </a:lnTo>
                  <a:lnTo>
                    <a:pt x="1669" y="1187"/>
                  </a:lnTo>
                  <a:close/>
                  <a:moveTo>
                    <a:pt x="1826" y="1"/>
                  </a:moveTo>
                  <a:lnTo>
                    <a:pt x="1839" y="366"/>
                  </a:lnTo>
                  <a:lnTo>
                    <a:pt x="1669" y="353"/>
                  </a:lnTo>
                  <a:lnTo>
                    <a:pt x="1500" y="366"/>
                  </a:lnTo>
                  <a:lnTo>
                    <a:pt x="1330" y="379"/>
                  </a:lnTo>
                  <a:lnTo>
                    <a:pt x="1174" y="431"/>
                  </a:lnTo>
                  <a:lnTo>
                    <a:pt x="1017" y="483"/>
                  </a:lnTo>
                  <a:lnTo>
                    <a:pt x="874" y="548"/>
                  </a:lnTo>
                  <a:lnTo>
                    <a:pt x="731" y="639"/>
                  </a:lnTo>
                  <a:lnTo>
                    <a:pt x="600" y="731"/>
                  </a:lnTo>
                  <a:lnTo>
                    <a:pt x="483" y="835"/>
                  </a:lnTo>
                  <a:lnTo>
                    <a:pt x="379" y="965"/>
                  </a:lnTo>
                  <a:lnTo>
                    <a:pt x="287" y="1083"/>
                  </a:lnTo>
                  <a:lnTo>
                    <a:pt x="196" y="1226"/>
                  </a:lnTo>
                  <a:lnTo>
                    <a:pt x="131" y="1370"/>
                  </a:lnTo>
                  <a:lnTo>
                    <a:pt x="66" y="1526"/>
                  </a:lnTo>
                  <a:lnTo>
                    <a:pt x="27" y="1682"/>
                  </a:lnTo>
                  <a:lnTo>
                    <a:pt x="0" y="1852"/>
                  </a:lnTo>
                  <a:lnTo>
                    <a:pt x="0" y="2021"/>
                  </a:lnTo>
                  <a:lnTo>
                    <a:pt x="0" y="2191"/>
                  </a:lnTo>
                  <a:lnTo>
                    <a:pt x="27" y="2360"/>
                  </a:lnTo>
                  <a:lnTo>
                    <a:pt x="66" y="2517"/>
                  </a:lnTo>
                  <a:lnTo>
                    <a:pt x="131" y="2673"/>
                  </a:lnTo>
                  <a:lnTo>
                    <a:pt x="196" y="2817"/>
                  </a:lnTo>
                  <a:lnTo>
                    <a:pt x="287" y="2960"/>
                  </a:lnTo>
                  <a:lnTo>
                    <a:pt x="379" y="3090"/>
                  </a:lnTo>
                  <a:lnTo>
                    <a:pt x="483" y="3208"/>
                  </a:lnTo>
                  <a:lnTo>
                    <a:pt x="600" y="3312"/>
                  </a:lnTo>
                  <a:lnTo>
                    <a:pt x="731" y="3403"/>
                  </a:lnTo>
                  <a:lnTo>
                    <a:pt x="874" y="3495"/>
                  </a:lnTo>
                  <a:lnTo>
                    <a:pt x="1017" y="3560"/>
                  </a:lnTo>
                  <a:lnTo>
                    <a:pt x="1174" y="3625"/>
                  </a:lnTo>
                  <a:lnTo>
                    <a:pt x="1330" y="3664"/>
                  </a:lnTo>
                  <a:lnTo>
                    <a:pt x="1500" y="3690"/>
                  </a:lnTo>
                  <a:lnTo>
                    <a:pt x="2256" y="3690"/>
                  </a:lnTo>
                  <a:lnTo>
                    <a:pt x="2673" y="3716"/>
                  </a:lnTo>
                  <a:lnTo>
                    <a:pt x="2869" y="3729"/>
                  </a:lnTo>
                  <a:lnTo>
                    <a:pt x="3064" y="3768"/>
                  </a:lnTo>
                  <a:lnTo>
                    <a:pt x="3260" y="3808"/>
                  </a:lnTo>
                  <a:lnTo>
                    <a:pt x="3468" y="3873"/>
                  </a:lnTo>
                  <a:lnTo>
                    <a:pt x="3494" y="3795"/>
                  </a:lnTo>
                  <a:lnTo>
                    <a:pt x="3768" y="4055"/>
                  </a:lnTo>
                  <a:lnTo>
                    <a:pt x="4003" y="4225"/>
                  </a:lnTo>
                  <a:lnTo>
                    <a:pt x="4159" y="4342"/>
                  </a:lnTo>
                  <a:lnTo>
                    <a:pt x="4212" y="4368"/>
                  </a:lnTo>
                  <a:lnTo>
                    <a:pt x="7380" y="4368"/>
                  </a:lnTo>
                  <a:lnTo>
                    <a:pt x="7471" y="4303"/>
                  </a:lnTo>
                  <a:lnTo>
                    <a:pt x="7745" y="4094"/>
                  </a:lnTo>
                  <a:lnTo>
                    <a:pt x="7927" y="3938"/>
                  </a:lnTo>
                  <a:lnTo>
                    <a:pt x="8123" y="3755"/>
                  </a:lnTo>
                  <a:lnTo>
                    <a:pt x="8344" y="3534"/>
                  </a:lnTo>
                  <a:lnTo>
                    <a:pt x="8566" y="3273"/>
                  </a:lnTo>
                  <a:lnTo>
                    <a:pt x="8788" y="2986"/>
                  </a:lnTo>
                  <a:lnTo>
                    <a:pt x="9009" y="2660"/>
                  </a:lnTo>
                  <a:lnTo>
                    <a:pt x="9114" y="2478"/>
                  </a:lnTo>
                  <a:lnTo>
                    <a:pt x="9205" y="2295"/>
                  </a:lnTo>
                  <a:lnTo>
                    <a:pt x="9296" y="2100"/>
                  </a:lnTo>
                  <a:lnTo>
                    <a:pt x="9387" y="1904"/>
                  </a:lnTo>
                  <a:lnTo>
                    <a:pt x="9466" y="1695"/>
                  </a:lnTo>
                  <a:lnTo>
                    <a:pt x="9544" y="1474"/>
                  </a:lnTo>
                  <a:lnTo>
                    <a:pt x="9596" y="1252"/>
                  </a:lnTo>
                  <a:lnTo>
                    <a:pt x="9661" y="1018"/>
                  </a:lnTo>
                  <a:lnTo>
                    <a:pt x="9700" y="783"/>
                  </a:lnTo>
                  <a:lnTo>
                    <a:pt x="9726" y="535"/>
                  </a:lnTo>
                  <a:lnTo>
                    <a:pt x="9752" y="274"/>
                  </a:lnTo>
                  <a:lnTo>
                    <a:pt x="9752" y="1"/>
                  </a:lnTo>
                  <a:close/>
                </a:path>
              </a:pathLst>
            </a:custGeom>
            <a:solidFill>
              <a:srgbClr val="C8D5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3"/>
            <p:cNvSpPr/>
            <p:nvPr/>
          </p:nvSpPr>
          <p:spPr>
            <a:xfrm>
              <a:off x="6039377" y="2266786"/>
              <a:ext cx="78194" cy="268480"/>
            </a:xfrm>
            <a:custGeom>
              <a:rect b="b" l="l" r="r" t="t"/>
              <a:pathLst>
                <a:path extrusionOk="0" h="8776" w="2556">
                  <a:moveTo>
                    <a:pt x="1512" y="1"/>
                  </a:moveTo>
                  <a:lnTo>
                    <a:pt x="1669" y="288"/>
                  </a:lnTo>
                  <a:lnTo>
                    <a:pt x="1799" y="575"/>
                  </a:lnTo>
                  <a:lnTo>
                    <a:pt x="1864" y="718"/>
                  </a:lnTo>
                  <a:lnTo>
                    <a:pt x="1917" y="861"/>
                  </a:lnTo>
                  <a:lnTo>
                    <a:pt x="1956" y="1018"/>
                  </a:lnTo>
                  <a:lnTo>
                    <a:pt x="1982" y="1161"/>
                  </a:lnTo>
                  <a:lnTo>
                    <a:pt x="2008" y="1305"/>
                  </a:lnTo>
                  <a:lnTo>
                    <a:pt x="2021" y="1448"/>
                  </a:lnTo>
                  <a:lnTo>
                    <a:pt x="2021" y="1578"/>
                  </a:lnTo>
                  <a:lnTo>
                    <a:pt x="2008" y="1722"/>
                  </a:lnTo>
                  <a:lnTo>
                    <a:pt x="1995" y="1787"/>
                  </a:lnTo>
                  <a:lnTo>
                    <a:pt x="1982" y="1852"/>
                  </a:lnTo>
                  <a:lnTo>
                    <a:pt x="1956" y="1917"/>
                  </a:lnTo>
                  <a:lnTo>
                    <a:pt x="1943" y="1983"/>
                  </a:lnTo>
                  <a:lnTo>
                    <a:pt x="1917" y="2048"/>
                  </a:lnTo>
                  <a:lnTo>
                    <a:pt x="1891" y="2100"/>
                  </a:lnTo>
                  <a:lnTo>
                    <a:pt x="1838" y="2217"/>
                  </a:lnTo>
                  <a:lnTo>
                    <a:pt x="1773" y="2335"/>
                  </a:lnTo>
                  <a:lnTo>
                    <a:pt x="1734" y="2400"/>
                  </a:lnTo>
                  <a:lnTo>
                    <a:pt x="1695" y="2452"/>
                  </a:lnTo>
                  <a:lnTo>
                    <a:pt x="1656" y="2504"/>
                  </a:lnTo>
                  <a:lnTo>
                    <a:pt x="1617" y="2556"/>
                  </a:lnTo>
                  <a:lnTo>
                    <a:pt x="1525" y="2647"/>
                  </a:lnTo>
                  <a:lnTo>
                    <a:pt x="1317" y="2830"/>
                  </a:lnTo>
                  <a:lnTo>
                    <a:pt x="1069" y="3013"/>
                  </a:lnTo>
                  <a:lnTo>
                    <a:pt x="808" y="3221"/>
                  </a:lnTo>
                  <a:lnTo>
                    <a:pt x="665" y="3338"/>
                  </a:lnTo>
                  <a:lnTo>
                    <a:pt x="535" y="3469"/>
                  </a:lnTo>
                  <a:lnTo>
                    <a:pt x="404" y="3625"/>
                  </a:lnTo>
                  <a:lnTo>
                    <a:pt x="287" y="3795"/>
                  </a:lnTo>
                  <a:lnTo>
                    <a:pt x="183" y="3964"/>
                  </a:lnTo>
                  <a:lnTo>
                    <a:pt x="104" y="4160"/>
                  </a:lnTo>
                  <a:lnTo>
                    <a:pt x="52" y="4355"/>
                  </a:lnTo>
                  <a:lnTo>
                    <a:pt x="13" y="4564"/>
                  </a:lnTo>
                  <a:lnTo>
                    <a:pt x="0" y="4773"/>
                  </a:lnTo>
                  <a:lnTo>
                    <a:pt x="26" y="4994"/>
                  </a:lnTo>
                  <a:lnTo>
                    <a:pt x="39" y="5099"/>
                  </a:lnTo>
                  <a:lnTo>
                    <a:pt x="78" y="5203"/>
                  </a:lnTo>
                  <a:lnTo>
                    <a:pt x="104" y="5307"/>
                  </a:lnTo>
                  <a:lnTo>
                    <a:pt x="157" y="5411"/>
                  </a:lnTo>
                  <a:lnTo>
                    <a:pt x="196" y="5503"/>
                  </a:lnTo>
                  <a:lnTo>
                    <a:pt x="248" y="5594"/>
                  </a:lnTo>
                  <a:lnTo>
                    <a:pt x="313" y="5672"/>
                  </a:lnTo>
                  <a:lnTo>
                    <a:pt x="365" y="5750"/>
                  </a:lnTo>
                  <a:lnTo>
                    <a:pt x="496" y="5894"/>
                  </a:lnTo>
                  <a:lnTo>
                    <a:pt x="626" y="6024"/>
                  </a:lnTo>
                  <a:lnTo>
                    <a:pt x="756" y="6155"/>
                  </a:lnTo>
                  <a:lnTo>
                    <a:pt x="887" y="6259"/>
                  </a:lnTo>
                  <a:lnTo>
                    <a:pt x="1147" y="6467"/>
                  </a:lnTo>
                  <a:lnTo>
                    <a:pt x="1382" y="6650"/>
                  </a:lnTo>
                  <a:lnTo>
                    <a:pt x="1499" y="6754"/>
                  </a:lnTo>
                  <a:lnTo>
                    <a:pt x="1604" y="6846"/>
                  </a:lnTo>
                  <a:lnTo>
                    <a:pt x="1708" y="6937"/>
                  </a:lnTo>
                  <a:lnTo>
                    <a:pt x="1799" y="7054"/>
                  </a:lnTo>
                  <a:lnTo>
                    <a:pt x="1877" y="7158"/>
                  </a:lnTo>
                  <a:lnTo>
                    <a:pt x="1956" y="7276"/>
                  </a:lnTo>
                  <a:lnTo>
                    <a:pt x="2021" y="7406"/>
                  </a:lnTo>
                  <a:lnTo>
                    <a:pt x="2086" y="7550"/>
                  </a:lnTo>
                  <a:lnTo>
                    <a:pt x="2138" y="7680"/>
                  </a:lnTo>
                  <a:lnTo>
                    <a:pt x="2177" y="7823"/>
                  </a:lnTo>
                  <a:lnTo>
                    <a:pt x="2256" y="8136"/>
                  </a:lnTo>
                  <a:lnTo>
                    <a:pt x="2295" y="8449"/>
                  </a:lnTo>
                  <a:lnTo>
                    <a:pt x="2347" y="8775"/>
                  </a:lnTo>
                  <a:lnTo>
                    <a:pt x="2425" y="8449"/>
                  </a:lnTo>
                  <a:lnTo>
                    <a:pt x="2464" y="8293"/>
                  </a:lnTo>
                  <a:lnTo>
                    <a:pt x="2477" y="8123"/>
                  </a:lnTo>
                  <a:lnTo>
                    <a:pt x="2503" y="7954"/>
                  </a:lnTo>
                  <a:lnTo>
                    <a:pt x="2503" y="7784"/>
                  </a:lnTo>
                  <a:lnTo>
                    <a:pt x="2503" y="7615"/>
                  </a:lnTo>
                  <a:lnTo>
                    <a:pt x="2477" y="7445"/>
                  </a:lnTo>
                  <a:lnTo>
                    <a:pt x="2451" y="7263"/>
                  </a:lnTo>
                  <a:lnTo>
                    <a:pt x="2399" y="7093"/>
                  </a:lnTo>
                  <a:lnTo>
                    <a:pt x="2347" y="6924"/>
                  </a:lnTo>
                  <a:lnTo>
                    <a:pt x="2269" y="6754"/>
                  </a:lnTo>
                  <a:lnTo>
                    <a:pt x="2177" y="6598"/>
                  </a:lnTo>
                  <a:lnTo>
                    <a:pt x="2073" y="6441"/>
                  </a:lnTo>
                  <a:lnTo>
                    <a:pt x="1956" y="6298"/>
                  </a:lnTo>
                  <a:lnTo>
                    <a:pt x="1838" y="6168"/>
                  </a:lnTo>
                  <a:lnTo>
                    <a:pt x="1604" y="5933"/>
                  </a:lnTo>
                  <a:lnTo>
                    <a:pt x="1382" y="5711"/>
                  </a:lnTo>
                  <a:lnTo>
                    <a:pt x="1173" y="5490"/>
                  </a:lnTo>
                  <a:lnTo>
                    <a:pt x="1082" y="5385"/>
                  </a:lnTo>
                  <a:lnTo>
                    <a:pt x="1004" y="5281"/>
                  </a:lnTo>
                  <a:lnTo>
                    <a:pt x="952" y="5177"/>
                  </a:lnTo>
                  <a:lnTo>
                    <a:pt x="900" y="5072"/>
                  </a:lnTo>
                  <a:lnTo>
                    <a:pt x="861" y="4981"/>
                  </a:lnTo>
                  <a:lnTo>
                    <a:pt x="848" y="4877"/>
                  </a:lnTo>
                  <a:lnTo>
                    <a:pt x="848" y="4773"/>
                  </a:lnTo>
                  <a:lnTo>
                    <a:pt x="848" y="4655"/>
                  </a:lnTo>
                  <a:lnTo>
                    <a:pt x="874" y="4551"/>
                  </a:lnTo>
                  <a:lnTo>
                    <a:pt x="900" y="4434"/>
                  </a:lnTo>
                  <a:lnTo>
                    <a:pt x="952" y="4329"/>
                  </a:lnTo>
                  <a:lnTo>
                    <a:pt x="1004" y="4225"/>
                  </a:lnTo>
                  <a:lnTo>
                    <a:pt x="1069" y="4134"/>
                  </a:lnTo>
                  <a:lnTo>
                    <a:pt x="1147" y="4029"/>
                  </a:lnTo>
                  <a:lnTo>
                    <a:pt x="1239" y="3938"/>
                  </a:lnTo>
                  <a:lnTo>
                    <a:pt x="1343" y="3834"/>
                  </a:lnTo>
                  <a:lnTo>
                    <a:pt x="1565" y="3638"/>
                  </a:lnTo>
                  <a:lnTo>
                    <a:pt x="1825" y="3417"/>
                  </a:lnTo>
                  <a:lnTo>
                    <a:pt x="1956" y="3286"/>
                  </a:lnTo>
                  <a:lnTo>
                    <a:pt x="2073" y="3143"/>
                  </a:lnTo>
                  <a:lnTo>
                    <a:pt x="2190" y="2986"/>
                  </a:lnTo>
                  <a:lnTo>
                    <a:pt x="2243" y="2908"/>
                  </a:lnTo>
                  <a:lnTo>
                    <a:pt x="2295" y="2830"/>
                  </a:lnTo>
                  <a:lnTo>
                    <a:pt x="2334" y="2739"/>
                  </a:lnTo>
                  <a:lnTo>
                    <a:pt x="2373" y="2661"/>
                  </a:lnTo>
                  <a:lnTo>
                    <a:pt x="2451" y="2478"/>
                  </a:lnTo>
                  <a:lnTo>
                    <a:pt x="2503" y="2295"/>
                  </a:lnTo>
                  <a:lnTo>
                    <a:pt x="2542" y="2113"/>
                  </a:lnTo>
                  <a:lnTo>
                    <a:pt x="2555" y="1917"/>
                  </a:lnTo>
                  <a:lnTo>
                    <a:pt x="2555" y="1735"/>
                  </a:lnTo>
                  <a:lnTo>
                    <a:pt x="2542" y="1552"/>
                  </a:lnTo>
                  <a:lnTo>
                    <a:pt x="2503" y="1370"/>
                  </a:lnTo>
                  <a:lnTo>
                    <a:pt x="2451" y="1200"/>
                  </a:lnTo>
                  <a:lnTo>
                    <a:pt x="2386" y="1031"/>
                  </a:lnTo>
                  <a:lnTo>
                    <a:pt x="2295" y="874"/>
                  </a:lnTo>
                  <a:lnTo>
                    <a:pt x="2216" y="718"/>
                  </a:lnTo>
                  <a:lnTo>
                    <a:pt x="2112" y="588"/>
                  </a:lnTo>
                  <a:lnTo>
                    <a:pt x="2008" y="457"/>
                  </a:lnTo>
                  <a:lnTo>
                    <a:pt x="1891" y="327"/>
                  </a:lnTo>
                  <a:lnTo>
                    <a:pt x="1773" y="209"/>
                  </a:lnTo>
                  <a:lnTo>
                    <a:pt x="1643" y="105"/>
                  </a:lnTo>
                  <a:lnTo>
                    <a:pt x="1512" y="1"/>
                  </a:ln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3"/>
            <p:cNvSpPr/>
            <p:nvPr/>
          </p:nvSpPr>
          <p:spPr>
            <a:xfrm>
              <a:off x="6113166" y="2163505"/>
              <a:ext cx="59839" cy="237337"/>
            </a:xfrm>
            <a:custGeom>
              <a:rect b="b" l="l" r="r" t="t"/>
              <a:pathLst>
                <a:path extrusionOk="0" h="7758" w="1956">
                  <a:moveTo>
                    <a:pt x="508" y="0"/>
                  </a:moveTo>
                  <a:lnTo>
                    <a:pt x="430" y="118"/>
                  </a:lnTo>
                  <a:lnTo>
                    <a:pt x="365" y="235"/>
                  </a:lnTo>
                  <a:lnTo>
                    <a:pt x="300" y="352"/>
                  </a:lnTo>
                  <a:lnTo>
                    <a:pt x="235" y="470"/>
                  </a:lnTo>
                  <a:lnTo>
                    <a:pt x="183" y="600"/>
                  </a:lnTo>
                  <a:lnTo>
                    <a:pt x="143" y="730"/>
                  </a:lnTo>
                  <a:lnTo>
                    <a:pt x="104" y="874"/>
                  </a:lnTo>
                  <a:lnTo>
                    <a:pt x="65" y="1004"/>
                  </a:lnTo>
                  <a:lnTo>
                    <a:pt x="26" y="1278"/>
                  </a:lnTo>
                  <a:lnTo>
                    <a:pt x="0" y="1565"/>
                  </a:lnTo>
                  <a:lnTo>
                    <a:pt x="13" y="1852"/>
                  </a:lnTo>
                  <a:lnTo>
                    <a:pt x="39" y="2125"/>
                  </a:lnTo>
                  <a:lnTo>
                    <a:pt x="104" y="2412"/>
                  </a:lnTo>
                  <a:lnTo>
                    <a:pt x="130" y="2556"/>
                  </a:lnTo>
                  <a:lnTo>
                    <a:pt x="183" y="2686"/>
                  </a:lnTo>
                  <a:lnTo>
                    <a:pt x="235" y="2829"/>
                  </a:lnTo>
                  <a:lnTo>
                    <a:pt x="287" y="2960"/>
                  </a:lnTo>
                  <a:lnTo>
                    <a:pt x="417" y="3220"/>
                  </a:lnTo>
                  <a:lnTo>
                    <a:pt x="561" y="3468"/>
                  </a:lnTo>
                  <a:lnTo>
                    <a:pt x="704" y="3690"/>
                  </a:lnTo>
                  <a:lnTo>
                    <a:pt x="834" y="3885"/>
                  </a:lnTo>
                  <a:lnTo>
                    <a:pt x="939" y="4081"/>
                  </a:lnTo>
                  <a:lnTo>
                    <a:pt x="1030" y="4276"/>
                  </a:lnTo>
                  <a:lnTo>
                    <a:pt x="1095" y="4485"/>
                  </a:lnTo>
                  <a:lnTo>
                    <a:pt x="1134" y="4694"/>
                  </a:lnTo>
                  <a:lnTo>
                    <a:pt x="1160" y="4915"/>
                  </a:lnTo>
                  <a:lnTo>
                    <a:pt x="1160" y="5124"/>
                  </a:lnTo>
                  <a:lnTo>
                    <a:pt x="1147" y="5346"/>
                  </a:lnTo>
                  <a:lnTo>
                    <a:pt x="1108" y="5567"/>
                  </a:lnTo>
                  <a:lnTo>
                    <a:pt x="1043" y="5776"/>
                  </a:lnTo>
                  <a:lnTo>
                    <a:pt x="1004" y="5893"/>
                  </a:lnTo>
                  <a:lnTo>
                    <a:pt x="965" y="5997"/>
                  </a:lnTo>
                  <a:lnTo>
                    <a:pt x="913" y="6102"/>
                  </a:lnTo>
                  <a:lnTo>
                    <a:pt x="860" y="6206"/>
                  </a:lnTo>
                  <a:lnTo>
                    <a:pt x="730" y="6441"/>
                  </a:lnTo>
                  <a:lnTo>
                    <a:pt x="600" y="6675"/>
                  </a:lnTo>
                  <a:lnTo>
                    <a:pt x="495" y="6936"/>
                  </a:lnTo>
                  <a:lnTo>
                    <a:pt x="443" y="7066"/>
                  </a:lnTo>
                  <a:lnTo>
                    <a:pt x="417" y="7210"/>
                  </a:lnTo>
                  <a:lnTo>
                    <a:pt x="391" y="7353"/>
                  </a:lnTo>
                  <a:lnTo>
                    <a:pt x="404" y="7497"/>
                  </a:lnTo>
                  <a:lnTo>
                    <a:pt x="430" y="7627"/>
                  </a:lnTo>
                  <a:lnTo>
                    <a:pt x="469" y="7757"/>
                  </a:lnTo>
                  <a:lnTo>
                    <a:pt x="495" y="7627"/>
                  </a:lnTo>
                  <a:lnTo>
                    <a:pt x="522" y="7510"/>
                  </a:lnTo>
                  <a:lnTo>
                    <a:pt x="574" y="7392"/>
                  </a:lnTo>
                  <a:lnTo>
                    <a:pt x="626" y="7288"/>
                  </a:lnTo>
                  <a:lnTo>
                    <a:pt x="704" y="7184"/>
                  </a:lnTo>
                  <a:lnTo>
                    <a:pt x="782" y="7093"/>
                  </a:lnTo>
                  <a:lnTo>
                    <a:pt x="939" y="6910"/>
                  </a:lnTo>
                  <a:lnTo>
                    <a:pt x="1121" y="6727"/>
                  </a:lnTo>
                  <a:lnTo>
                    <a:pt x="1304" y="6532"/>
                  </a:lnTo>
                  <a:lnTo>
                    <a:pt x="1395" y="6428"/>
                  </a:lnTo>
                  <a:lnTo>
                    <a:pt x="1486" y="6310"/>
                  </a:lnTo>
                  <a:lnTo>
                    <a:pt x="1564" y="6193"/>
                  </a:lnTo>
                  <a:lnTo>
                    <a:pt x="1643" y="6063"/>
                  </a:lnTo>
                  <a:lnTo>
                    <a:pt x="1721" y="5919"/>
                  </a:lnTo>
                  <a:lnTo>
                    <a:pt x="1773" y="5789"/>
                  </a:lnTo>
                  <a:lnTo>
                    <a:pt x="1825" y="5645"/>
                  </a:lnTo>
                  <a:lnTo>
                    <a:pt x="1877" y="5502"/>
                  </a:lnTo>
                  <a:lnTo>
                    <a:pt x="1903" y="5359"/>
                  </a:lnTo>
                  <a:lnTo>
                    <a:pt x="1930" y="5202"/>
                  </a:lnTo>
                  <a:lnTo>
                    <a:pt x="1956" y="5059"/>
                  </a:lnTo>
                  <a:lnTo>
                    <a:pt x="1956" y="4902"/>
                  </a:lnTo>
                  <a:lnTo>
                    <a:pt x="1956" y="4746"/>
                  </a:lnTo>
                  <a:lnTo>
                    <a:pt x="1943" y="4602"/>
                  </a:lnTo>
                  <a:lnTo>
                    <a:pt x="1930" y="4446"/>
                  </a:lnTo>
                  <a:lnTo>
                    <a:pt x="1903" y="4290"/>
                  </a:lnTo>
                  <a:lnTo>
                    <a:pt x="1864" y="4146"/>
                  </a:lnTo>
                  <a:lnTo>
                    <a:pt x="1812" y="3990"/>
                  </a:lnTo>
                  <a:lnTo>
                    <a:pt x="1760" y="3846"/>
                  </a:lnTo>
                  <a:lnTo>
                    <a:pt x="1695" y="3703"/>
                  </a:lnTo>
                  <a:lnTo>
                    <a:pt x="1551" y="3455"/>
                  </a:lnTo>
                  <a:lnTo>
                    <a:pt x="1395" y="3220"/>
                  </a:lnTo>
                  <a:lnTo>
                    <a:pt x="1095" y="2803"/>
                  </a:lnTo>
                  <a:lnTo>
                    <a:pt x="978" y="2608"/>
                  </a:lnTo>
                  <a:lnTo>
                    <a:pt x="874" y="2412"/>
                  </a:lnTo>
                  <a:lnTo>
                    <a:pt x="769" y="2190"/>
                  </a:lnTo>
                  <a:lnTo>
                    <a:pt x="691" y="1982"/>
                  </a:lnTo>
                  <a:lnTo>
                    <a:pt x="613" y="1747"/>
                  </a:lnTo>
                  <a:lnTo>
                    <a:pt x="561" y="1513"/>
                  </a:lnTo>
                  <a:lnTo>
                    <a:pt x="508" y="1278"/>
                  </a:lnTo>
                  <a:lnTo>
                    <a:pt x="482" y="1030"/>
                  </a:lnTo>
                  <a:lnTo>
                    <a:pt x="469" y="782"/>
                  </a:lnTo>
                  <a:lnTo>
                    <a:pt x="469" y="522"/>
                  </a:lnTo>
                  <a:lnTo>
                    <a:pt x="482" y="261"/>
                  </a:lnTo>
                  <a:lnTo>
                    <a:pt x="508" y="0"/>
                  </a:ln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3"/>
            <p:cNvSpPr/>
            <p:nvPr/>
          </p:nvSpPr>
          <p:spPr>
            <a:xfrm>
              <a:off x="7073954" y="2211750"/>
              <a:ext cx="222193" cy="522122"/>
            </a:xfrm>
            <a:custGeom>
              <a:rect b="b" l="l" r="r" t="t"/>
              <a:pathLst>
                <a:path extrusionOk="0" h="17067" w="7263">
                  <a:moveTo>
                    <a:pt x="3638" y="1"/>
                  </a:moveTo>
                  <a:lnTo>
                    <a:pt x="131" y="14"/>
                  </a:lnTo>
                  <a:lnTo>
                    <a:pt x="105" y="1370"/>
                  </a:lnTo>
                  <a:lnTo>
                    <a:pt x="66" y="3104"/>
                  </a:lnTo>
                  <a:lnTo>
                    <a:pt x="14" y="4851"/>
                  </a:lnTo>
                  <a:lnTo>
                    <a:pt x="1" y="5607"/>
                  </a:lnTo>
                  <a:lnTo>
                    <a:pt x="1" y="6207"/>
                  </a:lnTo>
                  <a:lnTo>
                    <a:pt x="14" y="6493"/>
                  </a:lnTo>
                  <a:lnTo>
                    <a:pt x="27" y="6780"/>
                  </a:lnTo>
                  <a:lnTo>
                    <a:pt x="53" y="7054"/>
                  </a:lnTo>
                  <a:lnTo>
                    <a:pt x="118" y="7328"/>
                  </a:lnTo>
                  <a:lnTo>
                    <a:pt x="144" y="7471"/>
                  </a:lnTo>
                  <a:lnTo>
                    <a:pt x="197" y="7602"/>
                  </a:lnTo>
                  <a:lnTo>
                    <a:pt x="249" y="7719"/>
                  </a:lnTo>
                  <a:lnTo>
                    <a:pt x="301" y="7849"/>
                  </a:lnTo>
                  <a:lnTo>
                    <a:pt x="366" y="7954"/>
                  </a:lnTo>
                  <a:lnTo>
                    <a:pt x="444" y="8071"/>
                  </a:lnTo>
                  <a:lnTo>
                    <a:pt x="535" y="8175"/>
                  </a:lnTo>
                  <a:lnTo>
                    <a:pt x="627" y="8266"/>
                  </a:lnTo>
                  <a:lnTo>
                    <a:pt x="718" y="8345"/>
                  </a:lnTo>
                  <a:lnTo>
                    <a:pt x="822" y="8410"/>
                  </a:lnTo>
                  <a:lnTo>
                    <a:pt x="1018" y="8527"/>
                  </a:lnTo>
                  <a:lnTo>
                    <a:pt x="1226" y="8618"/>
                  </a:lnTo>
                  <a:lnTo>
                    <a:pt x="1448" y="8710"/>
                  </a:lnTo>
                  <a:lnTo>
                    <a:pt x="1670" y="8801"/>
                  </a:lnTo>
                  <a:lnTo>
                    <a:pt x="1878" y="8905"/>
                  </a:lnTo>
                  <a:lnTo>
                    <a:pt x="2087" y="9010"/>
                  </a:lnTo>
                  <a:lnTo>
                    <a:pt x="2178" y="9075"/>
                  </a:lnTo>
                  <a:lnTo>
                    <a:pt x="2269" y="9153"/>
                  </a:lnTo>
                  <a:lnTo>
                    <a:pt x="2400" y="9270"/>
                  </a:lnTo>
                  <a:lnTo>
                    <a:pt x="2517" y="9414"/>
                  </a:lnTo>
                  <a:lnTo>
                    <a:pt x="2621" y="9570"/>
                  </a:lnTo>
                  <a:lnTo>
                    <a:pt x="2713" y="9727"/>
                  </a:lnTo>
                  <a:lnTo>
                    <a:pt x="2804" y="9909"/>
                  </a:lnTo>
                  <a:lnTo>
                    <a:pt x="2869" y="10092"/>
                  </a:lnTo>
                  <a:lnTo>
                    <a:pt x="2934" y="10287"/>
                  </a:lnTo>
                  <a:lnTo>
                    <a:pt x="3000" y="10483"/>
                  </a:lnTo>
                  <a:lnTo>
                    <a:pt x="3039" y="10691"/>
                  </a:lnTo>
                  <a:lnTo>
                    <a:pt x="3078" y="10887"/>
                  </a:lnTo>
                  <a:lnTo>
                    <a:pt x="3143" y="11291"/>
                  </a:lnTo>
                  <a:lnTo>
                    <a:pt x="3169" y="11682"/>
                  </a:lnTo>
                  <a:lnTo>
                    <a:pt x="3182" y="12034"/>
                  </a:lnTo>
                  <a:lnTo>
                    <a:pt x="3143" y="15176"/>
                  </a:lnTo>
                  <a:lnTo>
                    <a:pt x="3143" y="15333"/>
                  </a:lnTo>
                  <a:lnTo>
                    <a:pt x="3130" y="15502"/>
                  </a:lnTo>
                  <a:lnTo>
                    <a:pt x="3091" y="15646"/>
                  </a:lnTo>
                  <a:lnTo>
                    <a:pt x="3065" y="15711"/>
                  </a:lnTo>
                  <a:lnTo>
                    <a:pt x="3026" y="15789"/>
                  </a:lnTo>
                  <a:lnTo>
                    <a:pt x="2973" y="15841"/>
                  </a:lnTo>
                  <a:lnTo>
                    <a:pt x="2934" y="15880"/>
                  </a:lnTo>
                  <a:lnTo>
                    <a:pt x="2817" y="15972"/>
                  </a:lnTo>
                  <a:lnTo>
                    <a:pt x="2700" y="16037"/>
                  </a:lnTo>
                  <a:lnTo>
                    <a:pt x="2569" y="16089"/>
                  </a:lnTo>
                  <a:lnTo>
                    <a:pt x="2256" y="16232"/>
                  </a:lnTo>
                  <a:lnTo>
                    <a:pt x="1970" y="16376"/>
                  </a:lnTo>
                  <a:lnTo>
                    <a:pt x="1435" y="16636"/>
                  </a:lnTo>
                  <a:lnTo>
                    <a:pt x="1161" y="16754"/>
                  </a:lnTo>
                  <a:lnTo>
                    <a:pt x="888" y="16858"/>
                  </a:lnTo>
                  <a:lnTo>
                    <a:pt x="588" y="16962"/>
                  </a:lnTo>
                  <a:lnTo>
                    <a:pt x="249" y="17041"/>
                  </a:lnTo>
                  <a:lnTo>
                    <a:pt x="249" y="17041"/>
                  </a:lnTo>
                  <a:lnTo>
                    <a:pt x="1109" y="17028"/>
                  </a:lnTo>
                  <a:lnTo>
                    <a:pt x="1774" y="17041"/>
                  </a:lnTo>
                  <a:lnTo>
                    <a:pt x="2465" y="17041"/>
                  </a:lnTo>
                  <a:lnTo>
                    <a:pt x="3430" y="17028"/>
                  </a:lnTo>
                  <a:lnTo>
                    <a:pt x="4316" y="17041"/>
                  </a:lnTo>
                  <a:lnTo>
                    <a:pt x="5190" y="17054"/>
                  </a:lnTo>
                  <a:lnTo>
                    <a:pt x="7002" y="17067"/>
                  </a:lnTo>
                  <a:lnTo>
                    <a:pt x="6663" y="16988"/>
                  </a:lnTo>
                  <a:lnTo>
                    <a:pt x="6363" y="16884"/>
                  </a:lnTo>
                  <a:lnTo>
                    <a:pt x="6089" y="16780"/>
                  </a:lnTo>
                  <a:lnTo>
                    <a:pt x="5829" y="16649"/>
                  </a:lnTo>
                  <a:lnTo>
                    <a:pt x="5294" y="16376"/>
                  </a:lnTo>
                  <a:lnTo>
                    <a:pt x="5007" y="16232"/>
                  </a:lnTo>
                  <a:lnTo>
                    <a:pt x="4694" y="16089"/>
                  </a:lnTo>
                  <a:lnTo>
                    <a:pt x="4564" y="16037"/>
                  </a:lnTo>
                  <a:lnTo>
                    <a:pt x="4447" y="15972"/>
                  </a:lnTo>
                  <a:lnTo>
                    <a:pt x="4329" y="15880"/>
                  </a:lnTo>
                  <a:lnTo>
                    <a:pt x="4290" y="15841"/>
                  </a:lnTo>
                  <a:lnTo>
                    <a:pt x="4238" y="15789"/>
                  </a:lnTo>
                  <a:lnTo>
                    <a:pt x="4199" y="15711"/>
                  </a:lnTo>
                  <a:lnTo>
                    <a:pt x="4173" y="15646"/>
                  </a:lnTo>
                  <a:lnTo>
                    <a:pt x="4134" y="15502"/>
                  </a:lnTo>
                  <a:lnTo>
                    <a:pt x="4121" y="15333"/>
                  </a:lnTo>
                  <a:lnTo>
                    <a:pt x="4121" y="15176"/>
                  </a:lnTo>
                  <a:lnTo>
                    <a:pt x="4082" y="12034"/>
                  </a:lnTo>
                  <a:lnTo>
                    <a:pt x="4095" y="11682"/>
                  </a:lnTo>
                  <a:lnTo>
                    <a:pt x="4121" y="11291"/>
                  </a:lnTo>
                  <a:lnTo>
                    <a:pt x="4186" y="10887"/>
                  </a:lnTo>
                  <a:lnTo>
                    <a:pt x="4225" y="10691"/>
                  </a:lnTo>
                  <a:lnTo>
                    <a:pt x="4264" y="10483"/>
                  </a:lnTo>
                  <a:lnTo>
                    <a:pt x="4329" y="10287"/>
                  </a:lnTo>
                  <a:lnTo>
                    <a:pt x="4395" y="10092"/>
                  </a:lnTo>
                  <a:lnTo>
                    <a:pt x="4460" y="9909"/>
                  </a:lnTo>
                  <a:lnTo>
                    <a:pt x="4551" y="9727"/>
                  </a:lnTo>
                  <a:lnTo>
                    <a:pt x="4642" y="9570"/>
                  </a:lnTo>
                  <a:lnTo>
                    <a:pt x="4747" y="9414"/>
                  </a:lnTo>
                  <a:lnTo>
                    <a:pt x="4864" y="9270"/>
                  </a:lnTo>
                  <a:lnTo>
                    <a:pt x="4994" y="9153"/>
                  </a:lnTo>
                  <a:lnTo>
                    <a:pt x="5086" y="9075"/>
                  </a:lnTo>
                  <a:lnTo>
                    <a:pt x="5177" y="9010"/>
                  </a:lnTo>
                  <a:lnTo>
                    <a:pt x="5385" y="8905"/>
                  </a:lnTo>
                  <a:lnTo>
                    <a:pt x="5594" y="8801"/>
                  </a:lnTo>
                  <a:lnTo>
                    <a:pt x="5816" y="8710"/>
                  </a:lnTo>
                  <a:lnTo>
                    <a:pt x="6037" y="8618"/>
                  </a:lnTo>
                  <a:lnTo>
                    <a:pt x="6246" y="8527"/>
                  </a:lnTo>
                  <a:lnTo>
                    <a:pt x="6454" y="8410"/>
                  </a:lnTo>
                  <a:lnTo>
                    <a:pt x="6546" y="8345"/>
                  </a:lnTo>
                  <a:lnTo>
                    <a:pt x="6637" y="8266"/>
                  </a:lnTo>
                  <a:lnTo>
                    <a:pt x="6728" y="8175"/>
                  </a:lnTo>
                  <a:lnTo>
                    <a:pt x="6819" y="8071"/>
                  </a:lnTo>
                  <a:lnTo>
                    <a:pt x="6898" y="7954"/>
                  </a:lnTo>
                  <a:lnTo>
                    <a:pt x="6963" y="7849"/>
                  </a:lnTo>
                  <a:lnTo>
                    <a:pt x="7028" y="7719"/>
                  </a:lnTo>
                  <a:lnTo>
                    <a:pt x="7067" y="7602"/>
                  </a:lnTo>
                  <a:lnTo>
                    <a:pt x="7119" y="7471"/>
                  </a:lnTo>
                  <a:lnTo>
                    <a:pt x="7158" y="7328"/>
                  </a:lnTo>
                  <a:lnTo>
                    <a:pt x="7211" y="7054"/>
                  </a:lnTo>
                  <a:lnTo>
                    <a:pt x="7237" y="6780"/>
                  </a:lnTo>
                  <a:lnTo>
                    <a:pt x="7250" y="6493"/>
                  </a:lnTo>
                  <a:lnTo>
                    <a:pt x="7263" y="6207"/>
                  </a:lnTo>
                  <a:lnTo>
                    <a:pt x="7263" y="5607"/>
                  </a:lnTo>
                  <a:lnTo>
                    <a:pt x="7250" y="4851"/>
                  </a:lnTo>
                  <a:lnTo>
                    <a:pt x="7198" y="3104"/>
                  </a:lnTo>
                  <a:lnTo>
                    <a:pt x="7158" y="1370"/>
                  </a:lnTo>
                  <a:lnTo>
                    <a:pt x="7132" y="14"/>
                  </a:lnTo>
                  <a:lnTo>
                    <a:pt x="3638" y="1"/>
                  </a:lnTo>
                  <a:close/>
                </a:path>
              </a:pathLst>
            </a:custGeom>
            <a:solidFill>
              <a:srgbClr val="F6F2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3"/>
            <p:cNvSpPr/>
            <p:nvPr/>
          </p:nvSpPr>
          <p:spPr>
            <a:xfrm>
              <a:off x="7073954" y="2211750"/>
              <a:ext cx="222193" cy="522122"/>
            </a:xfrm>
            <a:custGeom>
              <a:rect b="b" l="l" r="r" t="t"/>
              <a:pathLst>
                <a:path extrusionOk="0" fill="none" h="17067" w="7263">
                  <a:moveTo>
                    <a:pt x="3638" y="1"/>
                  </a:moveTo>
                  <a:lnTo>
                    <a:pt x="3638" y="1"/>
                  </a:lnTo>
                  <a:lnTo>
                    <a:pt x="131" y="14"/>
                  </a:lnTo>
                  <a:lnTo>
                    <a:pt x="131" y="14"/>
                  </a:lnTo>
                  <a:lnTo>
                    <a:pt x="105" y="1370"/>
                  </a:lnTo>
                  <a:lnTo>
                    <a:pt x="66" y="3104"/>
                  </a:lnTo>
                  <a:lnTo>
                    <a:pt x="14" y="4851"/>
                  </a:lnTo>
                  <a:lnTo>
                    <a:pt x="1" y="5607"/>
                  </a:lnTo>
                  <a:lnTo>
                    <a:pt x="1" y="6207"/>
                  </a:lnTo>
                  <a:lnTo>
                    <a:pt x="1" y="6207"/>
                  </a:lnTo>
                  <a:lnTo>
                    <a:pt x="14" y="6493"/>
                  </a:lnTo>
                  <a:lnTo>
                    <a:pt x="27" y="6780"/>
                  </a:lnTo>
                  <a:lnTo>
                    <a:pt x="53" y="7054"/>
                  </a:lnTo>
                  <a:lnTo>
                    <a:pt x="118" y="7328"/>
                  </a:lnTo>
                  <a:lnTo>
                    <a:pt x="144" y="7471"/>
                  </a:lnTo>
                  <a:lnTo>
                    <a:pt x="197" y="7602"/>
                  </a:lnTo>
                  <a:lnTo>
                    <a:pt x="249" y="7719"/>
                  </a:lnTo>
                  <a:lnTo>
                    <a:pt x="301" y="7849"/>
                  </a:lnTo>
                  <a:lnTo>
                    <a:pt x="366" y="7954"/>
                  </a:lnTo>
                  <a:lnTo>
                    <a:pt x="444" y="8071"/>
                  </a:lnTo>
                  <a:lnTo>
                    <a:pt x="535" y="8175"/>
                  </a:lnTo>
                  <a:lnTo>
                    <a:pt x="627" y="8266"/>
                  </a:lnTo>
                  <a:lnTo>
                    <a:pt x="627" y="8266"/>
                  </a:lnTo>
                  <a:lnTo>
                    <a:pt x="718" y="8345"/>
                  </a:lnTo>
                  <a:lnTo>
                    <a:pt x="822" y="8410"/>
                  </a:lnTo>
                  <a:lnTo>
                    <a:pt x="1018" y="8527"/>
                  </a:lnTo>
                  <a:lnTo>
                    <a:pt x="1226" y="8618"/>
                  </a:lnTo>
                  <a:lnTo>
                    <a:pt x="1448" y="8710"/>
                  </a:lnTo>
                  <a:lnTo>
                    <a:pt x="1670" y="8801"/>
                  </a:lnTo>
                  <a:lnTo>
                    <a:pt x="1878" y="8905"/>
                  </a:lnTo>
                  <a:lnTo>
                    <a:pt x="2087" y="9010"/>
                  </a:lnTo>
                  <a:lnTo>
                    <a:pt x="2178" y="9075"/>
                  </a:lnTo>
                  <a:lnTo>
                    <a:pt x="2269" y="9153"/>
                  </a:lnTo>
                  <a:lnTo>
                    <a:pt x="2269" y="9153"/>
                  </a:lnTo>
                  <a:lnTo>
                    <a:pt x="2400" y="9270"/>
                  </a:lnTo>
                  <a:lnTo>
                    <a:pt x="2517" y="9414"/>
                  </a:lnTo>
                  <a:lnTo>
                    <a:pt x="2621" y="9570"/>
                  </a:lnTo>
                  <a:lnTo>
                    <a:pt x="2713" y="9727"/>
                  </a:lnTo>
                  <a:lnTo>
                    <a:pt x="2804" y="9909"/>
                  </a:lnTo>
                  <a:lnTo>
                    <a:pt x="2869" y="10092"/>
                  </a:lnTo>
                  <a:lnTo>
                    <a:pt x="2934" y="10287"/>
                  </a:lnTo>
                  <a:lnTo>
                    <a:pt x="3000" y="10483"/>
                  </a:lnTo>
                  <a:lnTo>
                    <a:pt x="3039" y="10691"/>
                  </a:lnTo>
                  <a:lnTo>
                    <a:pt x="3078" y="10887"/>
                  </a:lnTo>
                  <a:lnTo>
                    <a:pt x="3143" y="11291"/>
                  </a:lnTo>
                  <a:lnTo>
                    <a:pt x="3169" y="11682"/>
                  </a:lnTo>
                  <a:lnTo>
                    <a:pt x="3182" y="12034"/>
                  </a:lnTo>
                  <a:lnTo>
                    <a:pt x="3182" y="12034"/>
                  </a:lnTo>
                  <a:lnTo>
                    <a:pt x="3143" y="15176"/>
                  </a:lnTo>
                  <a:lnTo>
                    <a:pt x="3143" y="15176"/>
                  </a:lnTo>
                  <a:lnTo>
                    <a:pt x="3143" y="15333"/>
                  </a:lnTo>
                  <a:lnTo>
                    <a:pt x="3130" y="15502"/>
                  </a:lnTo>
                  <a:lnTo>
                    <a:pt x="3091" y="15646"/>
                  </a:lnTo>
                  <a:lnTo>
                    <a:pt x="3065" y="15711"/>
                  </a:lnTo>
                  <a:lnTo>
                    <a:pt x="3026" y="15789"/>
                  </a:lnTo>
                  <a:lnTo>
                    <a:pt x="3026" y="15789"/>
                  </a:lnTo>
                  <a:lnTo>
                    <a:pt x="2973" y="15841"/>
                  </a:lnTo>
                  <a:lnTo>
                    <a:pt x="2934" y="15880"/>
                  </a:lnTo>
                  <a:lnTo>
                    <a:pt x="2817" y="15972"/>
                  </a:lnTo>
                  <a:lnTo>
                    <a:pt x="2700" y="16037"/>
                  </a:lnTo>
                  <a:lnTo>
                    <a:pt x="2569" y="16089"/>
                  </a:lnTo>
                  <a:lnTo>
                    <a:pt x="2569" y="16089"/>
                  </a:lnTo>
                  <a:lnTo>
                    <a:pt x="2256" y="16232"/>
                  </a:lnTo>
                  <a:lnTo>
                    <a:pt x="1970" y="16376"/>
                  </a:lnTo>
                  <a:lnTo>
                    <a:pt x="1435" y="16636"/>
                  </a:lnTo>
                  <a:lnTo>
                    <a:pt x="1161" y="16754"/>
                  </a:lnTo>
                  <a:lnTo>
                    <a:pt x="888" y="16858"/>
                  </a:lnTo>
                  <a:lnTo>
                    <a:pt x="588" y="16962"/>
                  </a:lnTo>
                  <a:lnTo>
                    <a:pt x="249" y="17041"/>
                  </a:lnTo>
                  <a:lnTo>
                    <a:pt x="249" y="17041"/>
                  </a:lnTo>
                  <a:lnTo>
                    <a:pt x="1109" y="17028"/>
                  </a:lnTo>
                  <a:lnTo>
                    <a:pt x="1109" y="17028"/>
                  </a:lnTo>
                  <a:lnTo>
                    <a:pt x="1774" y="17041"/>
                  </a:lnTo>
                  <a:lnTo>
                    <a:pt x="1774" y="17041"/>
                  </a:lnTo>
                  <a:lnTo>
                    <a:pt x="2465" y="17041"/>
                  </a:lnTo>
                  <a:lnTo>
                    <a:pt x="2465" y="17041"/>
                  </a:lnTo>
                  <a:lnTo>
                    <a:pt x="3430" y="17028"/>
                  </a:lnTo>
                  <a:lnTo>
                    <a:pt x="3430" y="17028"/>
                  </a:lnTo>
                  <a:lnTo>
                    <a:pt x="4316" y="17041"/>
                  </a:lnTo>
                  <a:lnTo>
                    <a:pt x="5190" y="17054"/>
                  </a:lnTo>
                  <a:lnTo>
                    <a:pt x="7002" y="17067"/>
                  </a:lnTo>
                  <a:lnTo>
                    <a:pt x="7002" y="17067"/>
                  </a:lnTo>
                  <a:lnTo>
                    <a:pt x="6663" y="16988"/>
                  </a:lnTo>
                  <a:lnTo>
                    <a:pt x="6363" y="16884"/>
                  </a:lnTo>
                  <a:lnTo>
                    <a:pt x="6089" y="16780"/>
                  </a:lnTo>
                  <a:lnTo>
                    <a:pt x="5829" y="16649"/>
                  </a:lnTo>
                  <a:lnTo>
                    <a:pt x="5294" y="16376"/>
                  </a:lnTo>
                  <a:lnTo>
                    <a:pt x="5007" y="16232"/>
                  </a:lnTo>
                  <a:lnTo>
                    <a:pt x="4694" y="16089"/>
                  </a:lnTo>
                  <a:lnTo>
                    <a:pt x="4694" y="16089"/>
                  </a:lnTo>
                  <a:lnTo>
                    <a:pt x="4564" y="16037"/>
                  </a:lnTo>
                  <a:lnTo>
                    <a:pt x="4447" y="15972"/>
                  </a:lnTo>
                  <a:lnTo>
                    <a:pt x="4329" y="15880"/>
                  </a:lnTo>
                  <a:lnTo>
                    <a:pt x="4290" y="15841"/>
                  </a:lnTo>
                  <a:lnTo>
                    <a:pt x="4238" y="15789"/>
                  </a:lnTo>
                  <a:lnTo>
                    <a:pt x="4238" y="15789"/>
                  </a:lnTo>
                  <a:lnTo>
                    <a:pt x="4199" y="15711"/>
                  </a:lnTo>
                  <a:lnTo>
                    <a:pt x="4173" y="15646"/>
                  </a:lnTo>
                  <a:lnTo>
                    <a:pt x="4134" y="15502"/>
                  </a:lnTo>
                  <a:lnTo>
                    <a:pt x="4121" y="15333"/>
                  </a:lnTo>
                  <a:lnTo>
                    <a:pt x="4121" y="15176"/>
                  </a:lnTo>
                  <a:lnTo>
                    <a:pt x="4121" y="15176"/>
                  </a:lnTo>
                  <a:lnTo>
                    <a:pt x="4082" y="12034"/>
                  </a:lnTo>
                  <a:lnTo>
                    <a:pt x="4082" y="12034"/>
                  </a:lnTo>
                  <a:lnTo>
                    <a:pt x="4095" y="11682"/>
                  </a:lnTo>
                  <a:lnTo>
                    <a:pt x="4121" y="11291"/>
                  </a:lnTo>
                  <a:lnTo>
                    <a:pt x="4186" y="10887"/>
                  </a:lnTo>
                  <a:lnTo>
                    <a:pt x="4225" y="10691"/>
                  </a:lnTo>
                  <a:lnTo>
                    <a:pt x="4264" y="10483"/>
                  </a:lnTo>
                  <a:lnTo>
                    <a:pt x="4329" y="10287"/>
                  </a:lnTo>
                  <a:lnTo>
                    <a:pt x="4395" y="10092"/>
                  </a:lnTo>
                  <a:lnTo>
                    <a:pt x="4460" y="9909"/>
                  </a:lnTo>
                  <a:lnTo>
                    <a:pt x="4551" y="9727"/>
                  </a:lnTo>
                  <a:lnTo>
                    <a:pt x="4642" y="9570"/>
                  </a:lnTo>
                  <a:lnTo>
                    <a:pt x="4747" y="9414"/>
                  </a:lnTo>
                  <a:lnTo>
                    <a:pt x="4864" y="9270"/>
                  </a:lnTo>
                  <a:lnTo>
                    <a:pt x="4994" y="9153"/>
                  </a:lnTo>
                  <a:lnTo>
                    <a:pt x="4994" y="9153"/>
                  </a:lnTo>
                  <a:lnTo>
                    <a:pt x="5086" y="9075"/>
                  </a:lnTo>
                  <a:lnTo>
                    <a:pt x="5177" y="9010"/>
                  </a:lnTo>
                  <a:lnTo>
                    <a:pt x="5385" y="8905"/>
                  </a:lnTo>
                  <a:lnTo>
                    <a:pt x="5594" y="8801"/>
                  </a:lnTo>
                  <a:lnTo>
                    <a:pt x="5816" y="8710"/>
                  </a:lnTo>
                  <a:lnTo>
                    <a:pt x="6037" y="8618"/>
                  </a:lnTo>
                  <a:lnTo>
                    <a:pt x="6246" y="8527"/>
                  </a:lnTo>
                  <a:lnTo>
                    <a:pt x="6454" y="8410"/>
                  </a:lnTo>
                  <a:lnTo>
                    <a:pt x="6546" y="8345"/>
                  </a:lnTo>
                  <a:lnTo>
                    <a:pt x="6637" y="8266"/>
                  </a:lnTo>
                  <a:lnTo>
                    <a:pt x="6637" y="8266"/>
                  </a:lnTo>
                  <a:lnTo>
                    <a:pt x="6728" y="8175"/>
                  </a:lnTo>
                  <a:lnTo>
                    <a:pt x="6819" y="8071"/>
                  </a:lnTo>
                  <a:lnTo>
                    <a:pt x="6898" y="7954"/>
                  </a:lnTo>
                  <a:lnTo>
                    <a:pt x="6963" y="7849"/>
                  </a:lnTo>
                  <a:lnTo>
                    <a:pt x="7028" y="7719"/>
                  </a:lnTo>
                  <a:lnTo>
                    <a:pt x="7067" y="7602"/>
                  </a:lnTo>
                  <a:lnTo>
                    <a:pt x="7119" y="7471"/>
                  </a:lnTo>
                  <a:lnTo>
                    <a:pt x="7158" y="7328"/>
                  </a:lnTo>
                  <a:lnTo>
                    <a:pt x="7211" y="7054"/>
                  </a:lnTo>
                  <a:lnTo>
                    <a:pt x="7237" y="6780"/>
                  </a:lnTo>
                  <a:lnTo>
                    <a:pt x="7250" y="6493"/>
                  </a:lnTo>
                  <a:lnTo>
                    <a:pt x="7263" y="6207"/>
                  </a:lnTo>
                  <a:lnTo>
                    <a:pt x="7263" y="6207"/>
                  </a:lnTo>
                  <a:lnTo>
                    <a:pt x="7263" y="5607"/>
                  </a:lnTo>
                  <a:lnTo>
                    <a:pt x="7250" y="4851"/>
                  </a:lnTo>
                  <a:lnTo>
                    <a:pt x="7198" y="3104"/>
                  </a:lnTo>
                  <a:lnTo>
                    <a:pt x="7158" y="1370"/>
                  </a:lnTo>
                  <a:lnTo>
                    <a:pt x="7132" y="14"/>
                  </a:lnTo>
                  <a:lnTo>
                    <a:pt x="7132" y="14"/>
                  </a:lnTo>
                  <a:lnTo>
                    <a:pt x="363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3"/>
            <p:cNvSpPr/>
            <p:nvPr/>
          </p:nvSpPr>
          <p:spPr>
            <a:xfrm>
              <a:off x="7089128" y="2333814"/>
              <a:ext cx="193865" cy="136014"/>
            </a:xfrm>
            <a:custGeom>
              <a:rect b="b" l="l" r="r" t="t"/>
              <a:pathLst>
                <a:path extrusionOk="0" h="4446" w="6337">
                  <a:moveTo>
                    <a:pt x="0" y="0"/>
                  </a:moveTo>
                  <a:lnTo>
                    <a:pt x="0" y="2060"/>
                  </a:lnTo>
                  <a:lnTo>
                    <a:pt x="13" y="2295"/>
                  </a:lnTo>
                  <a:lnTo>
                    <a:pt x="39" y="2542"/>
                  </a:lnTo>
                  <a:lnTo>
                    <a:pt x="105" y="2764"/>
                  </a:lnTo>
                  <a:lnTo>
                    <a:pt x="183" y="2986"/>
                  </a:lnTo>
                  <a:lnTo>
                    <a:pt x="287" y="3194"/>
                  </a:lnTo>
                  <a:lnTo>
                    <a:pt x="405" y="3390"/>
                  </a:lnTo>
                  <a:lnTo>
                    <a:pt x="548" y="3572"/>
                  </a:lnTo>
                  <a:lnTo>
                    <a:pt x="691" y="3742"/>
                  </a:lnTo>
                  <a:lnTo>
                    <a:pt x="861" y="3898"/>
                  </a:lnTo>
                  <a:lnTo>
                    <a:pt x="1056" y="4042"/>
                  </a:lnTo>
                  <a:lnTo>
                    <a:pt x="1252" y="4159"/>
                  </a:lnTo>
                  <a:lnTo>
                    <a:pt x="1461" y="4250"/>
                  </a:lnTo>
                  <a:lnTo>
                    <a:pt x="1669" y="4342"/>
                  </a:lnTo>
                  <a:lnTo>
                    <a:pt x="1904" y="4394"/>
                  </a:lnTo>
                  <a:lnTo>
                    <a:pt x="2139" y="4433"/>
                  </a:lnTo>
                  <a:lnTo>
                    <a:pt x="2386" y="4446"/>
                  </a:lnTo>
                  <a:lnTo>
                    <a:pt x="3938" y="4446"/>
                  </a:lnTo>
                  <a:lnTo>
                    <a:pt x="4185" y="4433"/>
                  </a:lnTo>
                  <a:lnTo>
                    <a:pt x="4420" y="4394"/>
                  </a:lnTo>
                  <a:lnTo>
                    <a:pt x="4655" y="4342"/>
                  </a:lnTo>
                  <a:lnTo>
                    <a:pt x="4876" y="4250"/>
                  </a:lnTo>
                  <a:lnTo>
                    <a:pt x="5085" y="4159"/>
                  </a:lnTo>
                  <a:lnTo>
                    <a:pt x="5281" y="4042"/>
                  </a:lnTo>
                  <a:lnTo>
                    <a:pt x="5463" y="3898"/>
                  </a:lnTo>
                  <a:lnTo>
                    <a:pt x="5633" y="3742"/>
                  </a:lnTo>
                  <a:lnTo>
                    <a:pt x="5789" y="3572"/>
                  </a:lnTo>
                  <a:lnTo>
                    <a:pt x="5919" y="3390"/>
                  </a:lnTo>
                  <a:lnTo>
                    <a:pt x="6050" y="3194"/>
                  </a:lnTo>
                  <a:lnTo>
                    <a:pt x="6141" y="2986"/>
                  </a:lnTo>
                  <a:lnTo>
                    <a:pt x="6219" y="2764"/>
                  </a:lnTo>
                  <a:lnTo>
                    <a:pt x="6284" y="2542"/>
                  </a:lnTo>
                  <a:lnTo>
                    <a:pt x="6323" y="2295"/>
                  </a:lnTo>
                  <a:lnTo>
                    <a:pt x="6337" y="2060"/>
                  </a:lnTo>
                  <a:lnTo>
                    <a:pt x="633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3"/>
            <p:cNvSpPr/>
            <p:nvPr/>
          </p:nvSpPr>
          <p:spPr>
            <a:xfrm>
              <a:off x="7106259" y="2367710"/>
              <a:ext cx="23189" cy="68221"/>
            </a:xfrm>
            <a:custGeom>
              <a:rect b="b" l="l" r="r" t="t"/>
              <a:pathLst>
                <a:path extrusionOk="0" h="2230" w="758">
                  <a:moveTo>
                    <a:pt x="379" y="0"/>
                  </a:moveTo>
                  <a:lnTo>
                    <a:pt x="301" y="13"/>
                  </a:lnTo>
                  <a:lnTo>
                    <a:pt x="236" y="26"/>
                  </a:lnTo>
                  <a:lnTo>
                    <a:pt x="170" y="66"/>
                  </a:lnTo>
                  <a:lnTo>
                    <a:pt x="105" y="105"/>
                  </a:lnTo>
                  <a:lnTo>
                    <a:pt x="66" y="170"/>
                  </a:lnTo>
                  <a:lnTo>
                    <a:pt x="27" y="235"/>
                  </a:lnTo>
                  <a:lnTo>
                    <a:pt x="14" y="300"/>
                  </a:lnTo>
                  <a:lnTo>
                    <a:pt x="1" y="378"/>
                  </a:lnTo>
                  <a:lnTo>
                    <a:pt x="1" y="1852"/>
                  </a:lnTo>
                  <a:lnTo>
                    <a:pt x="14" y="1930"/>
                  </a:lnTo>
                  <a:lnTo>
                    <a:pt x="27" y="1995"/>
                  </a:lnTo>
                  <a:lnTo>
                    <a:pt x="66" y="2060"/>
                  </a:lnTo>
                  <a:lnTo>
                    <a:pt x="105" y="2112"/>
                  </a:lnTo>
                  <a:lnTo>
                    <a:pt x="170" y="2165"/>
                  </a:lnTo>
                  <a:lnTo>
                    <a:pt x="236" y="2191"/>
                  </a:lnTo>
                  <a:lnTo>
                    <a:pt x="301" y="2217"/>
                  </a:lnTo>
                  <a:lnTo>
                    <a:pt x="379" y="2230"/>
                  </a:lnTo>
                  <a:lnTo>
                    <a:pt x="457" y="2217"/>
                  </a:lnTo>
                  <a:lnTo>
                    <a:pt x="522" y="2191"/>
                  </a:lnTo>
                  <a:lnTo>
                    <a:pt x="588" y="2165"/>
                  </a:lnTo>
                  <a:lnTo>
                    <a:pt x="640" y="2112"/>
                  </a:lnTo>
                  <a:lnTo>
                    <a:pt x="692" y="2060"/>
                  </a:lnTo>
                  <a:lnTo>
                    <a:pt x="718" y="1995"/>
                  </a:lnTo>
                  <a:lnTo>
                    <a:pt x="744" y="1930"/>
                  </a:lnTo>
                  <a:lnTo>
                    <a:pt x="757" y="1852"/>
                  </a:lnTo>
                  <a:lnTo>
                    <a:pt x="757" y="378"/>
                  </a:lnTo>
                  <a:lnTo>
                    <a:pt x="744" y="300"/>
                  </a:lnTo>
                  <a:lnTo>
                    <a:pt x="718" y="235"/>
                  </a:lnTo>
                  <a:lnTo>
                    <a:pt x="692" y="170"/>
                  </a:lnTo>
                  <a:lnTo>
                    <a:pt x="640" y="105"/>
                  </a:lnTo>
                  <a:lnTo>
                    <a:pt x="588" y="66"/>
                  </a:lnTo>
                  <a:lnTo>
                    <a:pt x="522" y="26"/>
                  </a:lnTo>
                  <a:lnTo>
                    <a:pt x="457" y="13"/>
                  </a:lnTo>
                  <a:lnTo>
                    <a:pt x="37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3"/>
            <p:cNvSpPr/>
            <p:nvPr/>
          </p:nvSpPr>
          <p:spPr>
            <a:xfrm>
              <a:off x="6099665" y="-908049"/>
              <a:ext cx="1052475" cy="1795275"/>
            </a:xfrm>
            <a:custGeom>
              <a:rect b="b" l="l" r="r" t="t"/>
              <a:pathLst>
                <a:path extrusionOk="0" h="71811" w="42099">
                  <a:moveTo>
                    <a:pt x="20039" y="0"/>
                  </a:moveTo>
                  <a:lnTo>
                    <a:pt x="20039" y="53036"/>
                  </a:lnTo>
                  <a:lnTo>
                    <a:pt x="18005" y="53036"/>
                  </a:lnTo>
                  <a:lnTo>
                    <a:pt x="17588" y="53049"/>
                  </a:lnTo>
                  <a:lnTo>
                    <a:pt x="17171" y="53062"/>
                  </a:lnTo>
                  <a:lnTo>
                    <a:pt x="16767" y="53088"/>
                  </a:lnTo>
                  <a:lnTo>
                    <a:pt x="16350" y="53128"/>
                  </a:lnTo>
                  <a:lnTo>
                    <a:pt x="15945" y="53167"/>
                  </a:lnTo>
                  <a:lnTo>
                    <a:pt x="15554" y="53232"/>
                  </a:lnTo>
                  <a:lnTo>
                    <a:pt x="15150" y="53297"/>
                  </a:lnTo>
                  <a:lnTo>
                    <a:pt x="14759" y="53362"/>
                  </a:lnTo>
                  <a:lnTo>
                    <a:pt x="14368" y="53454"/>
                  </a:lnTo>
                  <a:lnTo>
                    <a:pt x="13977" y="53545"/>
                  </a:lnTo>
                  <a:lnTo>
                    <a:pt x="13599" y="53649"/>
                  </a:lnTo>
                  <a:lnTo>
                    <a:pt x="13208" y="53753"/>
                  </a:lnTo>
                  <a:lnTo>
                    <a:pt x="12843" y="53884"/>
                  </a:lnTo>
                  <a:lnTo>
                    <a:pt x="12464" y="54014"/>
                  </a:lnTo>
                  <a:lnTo>
                    <a:pt x="12099" y="54145"/>
                  </a:lnTo>
                  <a:lnTo>
                    <a:pt x="11734" y="54301"/>
                  </a:lnTo>
                  <a:lnTo>
                    <a:pt x="11369" y="54457"/>
                  </a:lnTo>
                  <a:lnTo>
                    <a:pt x="11017" y="54614"/>
                  </a:lnTo>
                  <a:lnTo>
                    <a:pt x="10665" y="54783"/>
                  </a:lnTo>
                  <a:lnTo>
                    <a:pt x="10326" y="54966"/>
                  </a:lnTo>
                  <a:lnTo>
                    <a:pt x="9987" y="55161"/>
                  </a:lnTo>
                  <a:lnTo>
                    <a:pt x="9648" y="55357"/>
                  </a:lnTo>
                  <a:lnTo>
                    <a:pt x="9322" y="55553"/>
                  </a:lnTo>
                  <a:lnTo>
                    <a:pt x="8996" y="55774"/>
                  </a:lnTo>
                  <a:lnTo>
                    <a:pt x="8671" y="55983"/>
                  </a:lnTo>
                  <a:lnTo>
                    <a:pt x="8358" y="56217"/>
                  </a:lnTo>
                  <a:lnTo>
                    <a:pt x="8058" y="56452"/>
                  </a:lnTo>
                  <a:lnTo>
                    <a:pt x="7745" y="56687"/>
                  </a:lnTo>
                  <a:lnTo>
                    <a:pt x="7458" y="56935"/>
                  </a:lnTo>
                  <a:lnTo>
                    <a:pt x="7158" y="57195"/>
                  </a:lnTo>
                  <a:lnTo>
                    <a:pt x="6884" y="57456"/>
                  </a:lnTo>
                  <a:lnTo>
                    <a:pt x="6598" y="57717"/>
                  </a:lnTo>
                  <a:lnTo>
                    <a:pt x="6337" y="57991"/>
                  </a:lnTo>
                  <a:lnTo>
                    <a:pt x="6063" y="58277"/>
                  </a:lnTo>
                  <a:lnTo>
                    <a:pt x="5802" y="58564"/>
                  </a:lnTo>
                  <a:lnTo>
                    <a:pt x="5555" y="58851"/>
                  </a:lnTo>
                  <a:lnTo>
                    <a:pt x="5307" y="59151"/>
                  </a:lnTo>
                  <a:lnTo>
                    <a:pt x="5072" y="59464"/>
                  </a:lnTo>
                  <a:lnTo>
                    <a:pt x="4838" y="59777"/>
                  </a:lnTo>
                  <a:lnTo>
                    <a:pt x="4616" y="60090"/>
                  </a:lnTo>
                  <a:lnTo>
                    <a:pt x="4407" y="60402"/>
                  </a:lnTo>
                  <a:lnTo>
                    <a:pt x="4199" y="60741"/>
                  </a:lnTo>
                  <a:lnTo>
                    <a:pt x="4003" y="61067"/>
                  </a:lnTo>
                  <a:lnTo>
                    <a:pt x="3808" y="61406"/>
                  </a:lnTo>
                  <a:lnTo>
                    <a:pt x="3625" y="61745"/>
                  </a:lnTo>
                  <a:lnTo>
                    <a:pt x="3443" y="62097"/>
                  </a:lnTo>
                  <a:lnTo>
                    <a:pt x="3273" y="62449"/>
                  </a:lnTo>
                  <a:lnTo>
                    <a:pt x="3117" y="62801"/>
                  </a:lnTo>
                  <a:lnTo>
                    <a:pt x="2960" y="63166"/>
                  </a:lnTo>
                  <a:lnTo>
                    <a:pt x="2817" y="63531"/>
                  </a:lnTo>
                  <a:lnTo>
                    <a:pt x="2686" y="63896"/>
                  </a:lnTo>
                  <a:lnTo>
                    <a:pt x="2556" y="64275"/>
                  </a:lnTo>
                  <a:lnTo>
                    <a:pt x="2439" y="64653"/>
                  </a:lnTo>
                  <a:lnTo>
                    <a:pt x="2334" y="65031"/>
                  </a:lnTo>
                  <a:lnTo>
                    <a:pt x="2230" y="65422"/>
                  </a:lnTo>
                  <a:lnTo>
                    <a:pt x="2139" y="65813"/>
                  </a:lnTo>
                  <a:lnTo>
                    <a:pt x="2061" y="66204"/>
                  </a:lnTo>
                  <a:lnTo>
                    <a:pt x="1995" y="66595"/>
                  </a:lnTo>
                  <a:lnTo>
                    <a:pt x="1930" y="66999"/>
                  </a:lnTo>
                  <a:lnTo>
                    <a:pt x="1878" y="67404"/>
                  </a:lnTo>
                  <a:lnTo>
                    <a:pt x="1839" y="67808"/>
                  </a:lnTo>
                  <a:lnTo>
                    <a:pt x="1813" y="68212"/>
                  </a:lnTo>
                  <a:lnTo>
                    <a:pt x="1787" y="68629"/>
                  </a:lnTo>
                  <a:lnTo>
                    <a:pt x="1774" y="69046"/>
                  </a:lnTo>
                  <a:lnTo>
                    <a:pt x="1252" y="69046"/>
                  </a:lnTo>
                  <a:lnTo>
                    <a:pt x="1109" y="69072"/>
                  </a:lnTo>
                  <a:lnTo>
                    <a:pt x="979" y="69098"/>
                  </a:lnTo>
                  <a:lnTo>
                    <a:pt x="848" y="69151"/>
                  </a:lnTo>
                  <a:lnTo>
                    <a:pt x="731" y="69203"/>
                  </a:lnTo>
                  <a:lnTo>
                    <a:pt x="613" y="69281"/>
                  </a:lnTo>
                  <a:lnTo>
                    <a:pt x="509" y="69359"/>
                  </a:lnTo>
                  <a:lnTo>
                    <a:pt x="405" y="69450"/>
                  </a:lnTo>
                  <a:lnTo>
                    <a:pt x="327" y="69542"/>
                  </a:lnTo>
                  <a:lnTo>
                    <a:pt x="235" y="69646"/>
                  </a:lnTo>
                  <a:lnTo>
                    <a:pt x="170" y="69763"/>
                  </a:lnTo>
                  <a:lnTo>
                    <a:pt x="118" y="69881"/>
                  </a:lnTo>
                  <a:lnTo>
                    <a:pt x="66" y="70011"/>
                  </a:lnTo>
                  <a:lnTo>
                    <a:pt x="40" y="70141"/>
                  </a:lnTo>
                  <a:lnTo>
                    <a:pt x="14" y="70285"/>
                  </a:lnTo>
                  <a:lnTo>
                    <a:pt x="1" y="70428"/>
                  </a:lnTo>
                  <a:lnTo>
                    <a:pt x="14" y="70559"/>
                  </a:lnTo>
                  <a:lnTo>
                    <a:pt x="40" y="70702"/>
                  </a:lnTo>
                  <a:lnTo>
                    <a:pt x="66" y="70832"/>
                  </a:lnTo>
                  <a:lnTo>
                    <a:pt x="118" y="70963"/>
                  </a:lnTo>
                  <a:lnTo>
                    <a:pt x="170" y="71080"/>
                  </a:lnTo>
                  <a:lnTo>
                    <a:pt x="235" y="71197"/>
                  </a:lnTo>
                  <a:lnTo>
                    <a:pt x="327" y="71302"/>
                  </a:lnTo>
                  <a:lnTo>
                    <a:pt x="405" y="71406"/>
                  </a:lnTo>
                  <a:lnTo>
                    <a:pt x="509" y="71484"/>
                  </a:lnTo>
                  <a:lnTo>
                    <a:pt x="613" y="71576"/>
                  </a:lnTo>
                  <a:lnTo>
                    <a:pt x="731" y="71641"/>
                  </a:lnTo>
                  <a:lnTo>
                    <a:pt x="848" y="71693"/>
                  </a:lnTo>
                  <a:lnTo>
                    <a:pt x="979" y="71745"/>
                  </a:lnTo>
                  <a:lnTo>
                    <a:pt x="1109" y="71784"/>
                  </a:lnTo>
                  <a:lnTo>
                    <a:pt x="1252" y="71797"/>
                  </a:lnTo>
                  <a:lnTo>
                    <a:pt x="1383" y="71810"/>
                  </a:lnTo>
                  <a:lnTo>
                    <a:pt x="40716" y="71810"/>
                  </a:lnTo>
                  <a:lnTo>
                    <a:pt x="40860" y="71797"/>
                  </a:lnTo>
                  <a:lnTo>
                    <a:pt x="40990" y="71784"/>
                  </a:lnTo>
                  <a:lnTo>
                    <a:pt x="41120" y="71745"/>
                  </a:lnTo>
                  <a:lnTo>
                    <a:pt x="41251" y="71693"/>
                  </a:lnTo>
                  <a:lnTo>
                    <a:pt x="41368" y="71641"/>
                  </a:lnTo>
                  <a:lnTo>
                    <a:pt x="41486" y="71576"/>
                  </a:lnTo>
                  <a:lnTo>
                    <a:pt x="41590" y="71484"/>
                  </a:lnTo>
                  <a:lnTo>
                    <a:pt x="41694" y="71406"/>
                  </a:lnTo>
                  <a:lnTo>
                    <a:pt x="41785" y="71302"/>
                  </a:lnTo>
                  <a:lnTo>
                    <a:pt x="41864" y="71197"/>
                  </a:lnTo>
                  <a:lnTo>
                    <a:pt x="41929" y="71080"/>
                  </a:lnTo>
                  <a:lnTo>
                    <a:pt x="41994" y="70963"/>
                  </a:lnTo>
                  <a:lnTo>
                    <a:pt x="42033" y="70832"/>
                  </a:lnTo>
                  <a:lnTo>
                    <a:pt x="42072" y="70702"/>
                  </a:lnTo>
                  <a:lnTo>
                    <a:pt x="42085" y="70559"/>
                  </a:lnTo>
                  <a:lnTo>
                    <a:pt x="42098" y="70428"/>
                  </a:lnTo>
                  <a:lnTo>
                    <a:pt x="42085" y="70285"/>
                  </a:lnTo>
                  <a:lnTo>
                    <a:pt x="42072" y="70141"/>
                  </a:lnTo>
                  <a:lnTo>
                    <a:pt x="42033" y="70011"/>
                  </a:lnTo>
                  <a:lnTo>
                    <a:pt x="41994" y="69881"/>
                  </a:lnTo>
                  <a:lnTo>
                    <a:pt x="41929" y="69763"/>
                  </a:lnTo>
                  <a:lnTo>
                    <a:pt x="41864" y="69646"/>
                  </a:lnTo>
                  <a:lnTo>
                    <a:pt x="41785" y="69542"/>
                  </a:lnTo>
                  <a:lnTo>
                    <a:pt x="41694" y="69450"/>
                  </a:lnTo>
                  <a:lnTo>
                    <a:pt x="41590" y="69359"/>
                  </a:lnTo>
                  <a:lnTo>
                    <a:pt x="41486" y="69281"/>
                  </a:lnTo>
                  <a:lnTo>
                    <a:pt x="41368" y="69203"/>
                  </a:lnTo>
                  <a:lnTo>
                    <a:pt x="41251" y="69151"/>
                  </a:lnTo>
                  <a:lnTo>
                    <a:pt x="41120" y="69098"/>
                  </a:lnTo>
                  <a:lnTo>
                    <a:pt x="40990" y="69072"/>
                  </a:lnTo>
                  <a:lnTo>
                    <a:pt x="40860" y="69046"/>
                  </a:lnTo>
                  <a:lnTo>
                    <a:pt x="40416" y="69046"/>
                  </a:lnTo>
                  <a:lnTo>
                    <a:pt x="40403" y="68629"/>
                  </a:lnTo>
                  <a:lnTo>
                    <a:pt x="40377" y="68212"/>
                  </a:lnTo>
                  <a:lnTo>
                    <a:pt x="40351" y="67808"/>
                  </a:lnTo>
                  <a:lnTo>
                    <a:pt x="40312" y="67404"/>
                  </a:lnTo>
                  <a:lnTo>
                    <a:pt x="40260" y="66999"/>
                  </a:lnTo>
                  <a:lnTo>
                    <a:pt x="40195" y="66595"/>
                  </a:lnTo>
                  <a:lnTo>
                    <a:pt x="40130" y="66204"/>
                  </a:lnTo>
                  <a:lnTo>
                    <a:pt x="40051" y="65813"/>
                  </a:lnTo>
                  <a:lnTo>
                    <a:pt x="39960" y="65422"/>
                  </a:lnTo>
                  <a:lnTo>
                    <a:pt x="39856" y="65031"/>
                  </a:lnTo>
                  <a:lnTo>
                    <a:pt x="39752" y="64653"/>
                  </a:lnTo>
                  <a:lnTo>
                    <a:pt x="39634" y="64275"/>
                  </a:lnTo>
                  <a:lnTo>
                    <a:pt x="39504" y="63896"/>
                  </a:lnTo>
                  <a:lnTo>
                    <a:pt x="39373" y="63531"/>
                  </a:lnTo>
                  <a:lnTo>
                    <a:pt x="39230" y="63166"/>
                  </a:lnTo>
                  <a:lnTo>
                    <a:pt x="39074" y="62801"/>
                  </a:lnTo>
                  <a:lnTo>
                    <a:pt x="38917" y="62449"/>
                  </a:lnTo>
                  <a:lnTo>
                    <a:pt x="38748" y="62097"/>
                  </a:lnTo>
                  <a:lnTo>
                    <a:pt x="38578" y="61745"/>
                  </a:lnTo>
                  <a:lnTo>
                    <a:pt x="38383" y="61406"/>
                  </a:lnTo>
                  <a:lnTo>
                    <a:pt x="38200" y="61067"/>
                  </a:lnTo>
                  <a:lnTo>
                    <a:pt x="37992" y="60741"/>
                  </a:lnTo>
                  <a:lnTo>
                    <a:pt x="37783" y="60402"/>
                  </a:lnTo>
                  <a:lnTo>
                    <a:pt x="37574" y="60090"/>
                  </a:lnTo>
                  <a:lnTo>
                    <a:pt x="37353" y="59777"/>
                  </a:lnTo>
                  <a:lnTo>
                    <a:pt x="37118" y="59464"/>
                  </a:lnTo>
                  <a:lnTo>
                    <a:pt x="36883" y="59151"/>
                  </a:lnTo>
                  <a:lnTo>
                    <a:pt x="36636" y="58851"/>
                  </a:lnTo>
                  <a:lnTo>
                    <a:pt x="36388" y="58564"/>
                  </a:lnTo>
                  <a:lnTo>
                    <a:pt x="36127" y="58277"/>
                  </a:lnTo>
                  <a:lnTo>
                    <a:pt x="35866" y="57991"/>
                  </a:lnTo>
                  <a:lnTo>
                    <a:pt x="35593" y="57717"/>
                  </a:lnTo>
                  <a:lnTo>
                    <a:pt x="35306" y="57456"/>
                  </a:lnTo>
                  <a:lnTo>
                    <a:pt x="35032" y="57195"/>
                  </a:lnTo>
                  <a:lnTo>
                    <a:pt x="34732" y="56935"/>
                  </a:lnTo>
                  <a:lnTo>
                    <a:pt x="34445" y="56687"/>
                  </a:lnTo>
                  <a:lnTo>
                    <a:pt x="34146" y="56452"/>
                  </a:lnTo>
                  <a:lnTo>
                    <a:pt x="33833" y="56217"/>
                  </a:lnTo>
                  <a:lnTo>
                    <a:pt x="33520" y="55983"/>
                  </a:lnTo>
                  <a:lnTo>
                    <a:pt x="33194" y="55774"/>
                  </a:lnTo>
                  <a:lnTo>
                    <a:pt x="32868" y="55553"/>
                  </a:lnTo>
                  <a:lnTo>
                    <a:pt x="32542" y="55357"/>
                  </a:lnTo>
                  <a:lnTo>
                    <a:pt x="32203" y="55161"/>
                  </a:lnTo>
                  <a:lnTo>
                    <a:pt x="31864" y="54966"/>
                  </a:lnTo>
                  <a:lnTo>
                    <a:pt x="31525" y="54783"/>
                  </a:lnTo>
                  <a:lnTo>
                    <a:pt x="31173" y="54614"/>
                  </a:lnTo>
                  <a:lnTo>
                    <a:pt x="30821" y="54457"/>
                  </a:lnTo>
                  <a:lnTo>
                    <a:pt x="30456" y="54301"/>
                  </a:lnTo>
                  <a:lnTo>
                    <a:pt x="30091" y="54145"/>
                  </a:lnTo>
                  <a:lnTo>
                    <a:pt x="29726" y="54014"/>
                  </a:lnTo>
                  <a:lnTo>
                    <a:pt x="29361" y="53884"/>
                  </a:lnTo>
                  <a:lnTo>
                    <a:pt x="28983" y="53753"/>
                  </a:lnTo>
                  <a:lnTo>
                    <a:pt x="28605" y="53649"/>
                  </a:lnTo>
                  <a:lnTo>
                    <a:pt x="28214" y="53545"/>
                  </a:lnTo>
                  <a:lnTo>
                    <a:pt x="27822" y="53454"/>
                  </a:lnTo>
                  <a:lnTo>
                    <a:pt x="27431" y="53362"/>
                  </a:lnTo>
                  <a:lnTo>
                    <a:pt x="27040" y="53297"/>
                  </a:lnTo>
                  <a:lnTo>
                    <a:pt x="26649" y="53232"/>
                  </a:lnTo>
                  <a:lnTo>
                    <a:pt x="26245" y="53167"/>
                  </a:lnTo>
                  <a:lnTo>
                    <a:pt x="25841" y="53128"/>
                  </a:lnTo>
                  <a:lnTo>
                    <a:pt x="25437" y="53088"/>
                  </a:lnTo>
                  <a:lnTo>
                    <a:pt x="25019" y="53062"/>
                  </a:lnTo>
                  <a:lnTo>
                    <a:pt x="24602" y="53049"/>
                  </a:lnTo>
                  <a:lnTo>
                    <a:pt x="24198" y="53036"/>
                  </a:lnTo>
                  <a:lnTo>
                    <a:pt x="22151" y="53036"/>
                  </a:lnTo>
                  <a:lnTo>
                    <a:pt x="221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 name="Google Shape;107;p13"/>
          <p:cNvSpPr txBox="1"/>
          <p:nvPr>
            <p:ph idx="1" type="subTitle"/>
          </p:nvPr>
        </p:nvSpPr>
        <p:spPr>
          <a:xfrm>
            <a:off x="434675" y="3764708"/>
            <a:ext cx="4114800" cy="856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Tools Used: Excel (Data Cleaning and Transformation), Tableau (Visualizations), SQL (Queries)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4"/>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Business Problem</a:t>
            </a:r>
            <a:endParaRPr/>
          </a:p>
        </p:txBody>
      </p:sp>
      <p:sp>
        <p:nvSpPr>
          <p:cNvPr id="113" name="Google Shape;113;p14"/>
          <p:cNvSpPr txBox="1"/>
          <p:nvPr/>
        </p:nvSpPr>
        <p:spPr>
          <a:xfrm>
            <a:off x="1839300" y="945775"/>
            <a:ext cx="5465400" cy="240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The goal of this analysis is to identify the key customer, product, and time-based factors that most strongly influence customer spending at the fast-food chain. By understanding how variables such as gender, order type, time of day, and product preferences affect spending behavior, the company can better target marketing efforts, improve menu strategy, and increase revenue.</a:t>
            </a:r>
            <a:endParaRPr sz="1800">
              <a:solidFill>
                <a:schemeClr val="dk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5"/>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Data Overview</a:t>
            </a:r>
            <a:endParaRPr/>
          </a:p>
        </p:txBody>
      </p:sp>
      <p:sp>
        <p:nvSpPr>
          <p:cNvPr id="119" name="Google Shape;119;p15"/>
          <p:cNvSpPr txBox="1"/>
          <p:nvPr/>
        </p:nvSpPr>
        <p:spPr>
          <a:xfrm>
            <a:off x="298600" y="945775"/>
            <a:ext cx="8489400" cy="240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a:ea typeface="Roboto"/>
                <a:cs typeface="Roboto"/>
                <a:sym typeface="Roboto"/>
              </a:rPr>
              <a:t>This dataset was found on Kaggle: </a:t>
            </a:r>
            <a:r>
              <a:rPr lang="en" u="sng">
                <a:solidFill>
                  <a:schemeClr val="hlink"/>
                </a:solidFill>
                <a:latin typeface="Roboto"/>
                <a:ea typeface="Roboto"/>
                <a:cs typeface="Roboto"/>
                <a:sym typeface="Roboto"/>
                <a:hlinkClick r:id="rId3"/>
              </a:rPr>
              <a:t>Restaurant Sales report</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To prepare the dataset for analysis, I performed several cleaning and transformation steps:</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b="1" lang="en">
                <a:solidFill>
                  <a:schemeClr val="dk1"/>
                </a:solidFill>
                <a:latin typeface="Roboto"/>
                <a:ea typeface="Roboto"/>
                <a:cs typeface="Roboto"/>
                <a:sym typeface="Roboto"/>
              </a:rPr>
              <a:t>Standardized the gender field</a:t>
            </a:r>
            <a:r>
              <a:rPr lang="en">
                <a:solidFill>
                  <a:schemeClr val="dk1"/>
                </a:solidFill>
                <a:latin typeface="Roboto"/>
                <a:ea typeface="Roboto"/>
                <a:cs typeface="Roboto"/>
                <a:sym typeface="Roboto"/>
              </a:rPr>
              <a:t>: The dataset originally used titles (“Mr.”, “Ms.”, “Mrs.”) instead of gender labels. I mapped “Mr.” to Male and “Ms.”/“Mrs.” to Female for consistency.</a:t>
            </a:r>
            <a:br>
              <a:rPr lang="en">
                <a:solidFill>
                  <a:schemeClr val="dk1"/>
                </a:solidFill>
                <a:latin typeface="Roboto"/>
                <a:ea typeface="Roboto"/>
                <a:cs typeface="Roboto"/>
                <a:sym typeface="Roboto"/>
              </a:rPr>
            </a:br>
            <a:endParaRPr sz="6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b="1" lang="en">
                <a:solidFill>
                  <a:schemeClr val="dk1"/>
                </a:solidFill>
                <a:latin typeface="Roboto"/>
                <a:ea typeface="Roboto"/>
                <a:cs typeface="Roboto"/>
                <a:sym typeface="Roboto"/>
              </a:rPr>
              <a:t>Extracted date components</a:t>
            </a:r>
            <a:r>
              <a:rPr lang="en">
                <a:solidFill>
                  <a:schemeClr val="dk1"/>
                </a:solidFill>
                <a:latin typeface="Roboto"/>
                <a:ea typeface="Roboto"/>
                <a:cs typeface="Roboto"/>
                <a:sym typeface="Roboto"/>
              </a:rPr>
              <a:t>: The original date field (“mm/dd/yyyy”) was split into Year, Month, and Day of Week. The day of week was initially represented as numbers (0–6), so I converted these values into their corresponding names (Sunday–Saturday).</a:t>
            </a:r>
            <a:endParaRPr>
              <a:solidFill>
                <a:schemeClr val="dk1"/>
              </a:solidFill>
              <a:latin typeface="Roboto"/>
              <a:ea typeface="Roboto"/>
              <a:cs typeface="Roboto"/>
              <a:sym typeface="Roboto"/>
            </a:endParaRPr>
          </a:p>
          <a:p>
            <a:pPr indent="-266700" lvl="0" marL="457200" rtl="0" algn="l">
              <a:spcBef>
                <a:spcPts val="0"/>
              </a:spcBef>
              <a:spcAft>
                <a:spcPts val="0"/>
              </a:spcAft>
              <a:buClr>
                <a:schemeClr val="dk1"/>
              </a:buClr>
              <a:buSzPts val="600"/>
              <a:buFont typeface="Roboto"/>
              <a:buChar char="-"/>
            </a:pPr>
            <a:r>
              <a:t/>
            </a:r>
            <a:endParaRPr sz="6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b="1" lang="en">
                <a:solidFill>
                  <a:schemeClr val="dk1"/>
                </a:solidFill>
                <a:latin typeface="Roboto"/>
                <a:ea typeface="Roboto"/>
                <a:cs typeface="Roboto"/>
                <a:sym typeface="Roboto"/>
              </a:rPr>
              <a:t>Handled missing values in transaction type</a:t>
            </a:r>
            <a:r>
              <a:rPr lang="en">
                <a:solidFill>
                  <a:schemeClr val="dk1"/>
                </a:solidFill>
                <a:latin typeface="Roboto"/>
                <a:ea typeface="Roboto"/>
                <a:cs typeface="Roboto"/>
                <a:sym typeface="Roboto"/>
              </a:rPr>
              <a:t>: A few entries in the Transaction Type column were null. Instead of leaving them blank or forcing them into existing categories (e.g., cash or online), I created a separate category and labeled them as “Gift Card” to preserve information.</a:t>
            </a:r>
            <a:endParaRPr>
              <a:solidFill>
                <a:schemeClr val="dk1"/>
              </a:solidFill>
              <a:latin typeface="Roboto"/>
              <a:ea typeface="Roboto"/>
              <a:cs typeface="Roboto"/>
              <a:sym typeface="Roboto"/>
            </a:endParaRPr>
          </a:p>
          <a:p>
            <a:pPr indent="0" lvl="0" marL="457200" rtl="0" algn="l">
              <a:spcBef>
                <a:spcPts val="0"/>
              </a:spcBef>
              <a:spcAft>
                <a:spcPts val="0"/>
              </a:spcAft>
              <a:buNone/>
            </a:pPr>
            <a:r>
              <a:t/>
            </a:r>
            <a:endParaRPr sz="6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b="1" lang="en">
                <a:solidFill>
                  <a:schemeClr val="dk1"/>
                </a:solidFill>
                <a:latin typeface="Roboto"/>
                <a:ea typeface="Roboto"/>
                <a:cs typeface="Roboto"/>
                <a:sym typeface="Roboto"/>
              </a:rPr>
              <a:t>Ensured correct data types</a:t>
            </a:r>
            <a:r>
              <a:rPr lang="en">
                <a:solidFill>
                  <a:schemeClr val="dk1"/>
                </a:solidFill>
                <a:latin typeface="Roboto"/>
                <a:ea typeface="Roboto"/>
                <a:cs typeface="Roboto"/>
                <a:sym typeface="Roboto"/>
              </a:rPr>
              <a:t>: “Item Price” and “Transaction Amount” were converted to currency, and Quantity was enforced as a whole number.</a:t>
            </a:r>
            <a:endParaRPr>
              <a:solidFill>
                <a:schemeClr val="dk1"/>
              </a:solidFill>
              <a:latin typeface="Roboto"/>
              <a:ea typeface="Roboto"/>
              <a:cs typeface="Roboto"/>
              <a:sym typeface="Roboto"/>
            </a:endParaRPr>
          </a:p>
          <a:p>
            <a:pPr indent="0" lvl="0" marL="457200" rtl="0" algn="l">
              <a:spcBef>
                <a:spcPts val="0"/>
              </a:spcBef>
              <a:spcAft>
                <a:spcPts val="0"/>
              </a:spcAft>
              <a:buNone/>
            </a:pPr>
            <a:r>
              <a:t/>
            </a:r>
            <a:endParaRPr sz="6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b="1" lang="en">
                <a:solidFill>
                  <a:schemeClr val="dk1"/>
                </a:solidFill>
                <a:latin typeface="Roboto"/>
                <a:ea typeface="Roboto"/>
                <a:cs typeface="Roboto"/>
                <a:sym typeface="Roboto"/>
              </a:rPr>
              <a:t>Added a calculated Profit column</a:t>
            </a:r>
            <a:r>
              <a:rPr lang="en">
                <a:solidFill>
                  <a:schemeClr val="dk1"/>
                </a:solidFill>
                <a:latin typeface="Roboto"/>
                <a:ea typeface="Roboto"/>
                <a:cs typeface="Roboto"/>
                <a:sym typeface="Roboto"/>
              </a:rPr>
              <a:t>: Since cost data wasn’t provided, I applied a simple assumption that operational costs account for 30% of revenue, and calculate</a:t>
            </a:r>
            <a:r>
              <a:rPr lang="en">
                <a:solidFill>
                  <a:schemeClr val="dk1"/>
                </a:solidFill>
                <a:latin typeface="Roboto"/>
                <a:ea typeface="Roboto"/>
                <a:cs typeface="Roboto"/>
                <a:sym typeface="Roboto"/>
              </a:rPr>
              <a:t>d </a:t>
            </a:r>
            <a:r>
              <a:rPr lang="en">
                <a:solidFill>
                  <a:schemeClr val="dk1"/>
                </a:solidFill>
                <a:latin typeface="Roboto"/>
                <a:ea typeface="Roboto"/>
                <a:cs typeface="Roboto"/>
                <a:sym typeface="Roboto"/>
              </a:rPr>
              <a:t>Profit = 0.7 × Transaction Amount. This allowed for basic profitability insights without introducing unrealistic assumptions.</a:t>
            </a:r>
            <a:endParaRPr>
              <a:solidFill>
                <a:schemeClr val="dk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16" title="Screenshot 2025-12-11 182342.png"/>
          <p:cNvPicPr preferRelativeResize="0"/>
          <p:nvPr/>
        </p:nvPicPr>
        <p:blipFill>
          <a:blip r:embed="rId3">
            <a:alphaModFix/>
          </a:blip>
          <a:stretch>
            <a:fillRect/>
          </a:stretch>
        </p:blipFill>
        <p:spPr>
          <a:xfrm>
            <a:off x="0" y="0"/>
            <a:ext cx="6372479" cy="5143499"/>
          </a:xfrm>
          <a:prstGeom prst="rect">
            <a:avLst/>
          </a:prstGeom>
          <a:noFill/>
          <a:ln>
            <a:noFill/>
          </a:ln>
        </p:spPr>
      </p:pic>
      <p:sp>
        <p:nvSpPr>
          <p:cNvPr id="125" name="Google Shape;125;p16"/>
          <p:cNvSpPr txBox="1"/>
          <p:nvPr/>
        </p:nvSpPr>
        <p:spPr>
          <a:xfrm>
            <a:off x="6549950" y="382000"/>
            <a:ext cx="2293500" cy="45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oboto"/>
                <a:ea typeface="Roboto"/>
                <a:cs typeface="Roboto"/>
                <a:sym typeface="Roboto"/>
              </a:rPr>
              <a:t>Understanding Overall Customer Spending Patterns</a:t>
            </a:r>
            <a:endParaRPr b="1"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Insights:</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The median transaction amount is $240, indicating a typical customer spends around this value per visit.</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Spending distribution is right-skewed: most transactions fall between $100–$300, with a small number of high-value outliers reaching $900+.</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Outliers suggest occasional bulk purchases or large group orders — opportunities for targeted upsell or loyalty programs.</a:t>
            </a:r>
            <a:endParaRPr sz="1200">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17" title="Screenshot 2025-12-12 000710.png"/>
          <p:cNvPicPr preferRelativeResize="0"/>
          <p:nvPr/>
        </p:nvPicPr>
        <p:blipFill>
          <a:blip r:embed="rId3">
            <a:alphaModFix/>
          </a:blip>
          <a:stretch>
            <a:fillRect/>
          </a:stretch>
        </p:blipFill>
        <p:spPr>
          <a:xfrm>
            <a:off x="0" y="0"/>
            <a:ext cx="6472142" cy="5143499"/>
          </a:xfrm>
          <a:prstGeom prst="rect">
            <a:avLst/>
          </a:prstGeom>
          <a:noFill/>
          <a:ln>
            <a:noFill/>
          </a:ln>
        </p:spPr>
      </p:pic>
      <p:sp>
        <p:nvSpPr>
          <p:cNvPr id="131" name="Google Shape;131;p17"/>
          <p:cNvSpPr txBox="1"/>
          <p:nvPr/>
        </p:nvSpPr>
        <p:spPr>
          <a:xfrm>
            <a:off x="6660925" y="123075"/>
            <a:ext cx="2293500" cy="468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oboto"/>
                <a:ea typeface="Roboto"/>
                <a:cs typeface="Roboto"/>
                <a:sym typeface="Roboto"/>
              </a:rPr>
              <a:t>Identifying High-Traffic Days and Seasonal Trends</a:t>
            </a:r>
            <a:endParaRPr b="1" sz="1200">
              <a:solidFill>
                <a:schemeClr val="dk1"/>
              </a:solidFill>
              <a:latin typeface="Roboto"/>
              <a:ea typeface="Roboto"/>
              <a:cs typeface="Roboto"/>
              <a:sym typeface="Roboto"/>
            </a:endParaRPr>
          </a:p>
          <a:p>
            <a:pPr indent="0" lvl="0" marL="0" rtl="0" algn="l">
              <a:spcBef>
                <a:spcPts val="0"/>
              </a:spcBef>
              <a:spcAft>
                <a:spcPts val="0"/>
              </a:spcAft>
              <a:buNone/>
            </a:pPr>
            <a:r>
              <a:t/>
            </a:r>
            <a:endParaRPr b="1"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Insights:</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Saturday and Sunday are two of the highest revenue, showing strong weekend performance that could support extended hours.</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Friday is the lowest-performing day, potentially costing more in labor/utilities than it brings in — a clear opportunity for cost-saving or targeted promotions.</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Monthly patterns show peaks in January, May, and October, possibly linked to seasonal events or customer patterns that can be capitalized on.</a:t>
            </a:r>
            <a:endParaRPr sz="1200">
              <a:solidFill>
                <a:schemeClr val="dk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18" title="Screenshot 2025-12-12 000726.png"/>
          <p:cNvPicPr preferRelativeResize="0"/>
          <p:nvPr/>
        </p:nvPicPr>
        <p:blipFill>
          <a:blip r:embed="rId3">
            <a:alphaModFix/>
          </a:blip>
          <a:stretch>
            <a:fillRect/>
          </a:stretch>
        </p:blipFill>
        <p:spPr>
          <a:xfrm>
            <a:off x="0" y="0"/>
            <a:ext cx="6391797" cy="5143499"/>
          </a:xfrm>
          <a:prstGeom prst="rect">
            <a:avLst/>
          </a:prstGeom>
          <a:noFill/>
          <a:ln>
            <a:noFill/>
          </a:ln>
        </p:spPr>
      </p:pic>
      <p:sp>
        <p:nvSpPr>
          <p:cNvPr id="137" name="Google Shape;137;p18"/>
          <p:cNvSpPr txBox="1"/>
          <p:nvPr/>
        </p:nvSpPr>
        <p:spPr>
          <a:xfrm>
            <a:off x="6651675" y="557725"/>
            <a:ext cx="2293500" cy="468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oboto"/>
                <a:ea typeface="Roboto"/>
                <a:cs typeface="Roboto"/>
                <a:sym typeface="Roboto"/>
              </a:rPr>
              <a:t>How Time of Day Influences Sales and Item Mix</a:t>
            </a:r>
            <a:endParaRPr b="1" sz="1200">
              <a:solidFill>
                <a:schemeClr val="dk1"/>
              </a:solidFill>
              <a:latin typeface="Roboto"/>
              <a:ea typeface="Roboto"/>
              <a:cs typeface="Roboto"/>
              <a:sym typeface="Roboto"/>
            </a:endParaRPr>
          </a:p>
          <a:p>
            <a:pPr indent="0" lvl="0" marL="0" rtl="0" algn="l">
              <a:spcBef>
                <a:spcPts val="0"/>
              </a:spcBef>
              <a:spcAft>
                <a:spcPts val="0"/>
              </a:spcAft>
              <a:buNone/>
            </a:pPr>
            <a:r>
              <a:t/>
            </a:r>
            <a:endParaRPr b="1"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Insights:</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b="1"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Nighttime generates the highest revenue, indicating strong late-hour demand.</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Morning item choices skew toward traditional breakfast foods such as cold coffee, while night hours show higher variety and larger transactions.</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Midday dip suggests an opportunity for a late lunch/ dinner special or targeted bundle deals.</a:t>
            </a:r>
            <a:endParaRPr sz="1200">
              <a:solidFill>
                <a:schemeClr val="dk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19" title="Screenshot 2025-12-12 000743.png"/>
          <p:cNvPicPr preferRelativeResize="0"/>
          <p:nvPr/>
        </p:nvPicPr>
        <p:blipFill>
          <a:blip r:embed="rId3">
            <a:alphaModFix/>
          </a:blip>
          <a:stretch>
            <a:fillRect/>
          </a:stretch>
        </p:blipFill>
        <p:spPr>
          <a:xfrm>
            <a:off x="0" y="0"/>
            <a:ext cx="6432696" cy="5143501"/>
          </a:xfrm>
          <a:prstGeom prst="rect">
            <a:avLst/>
          </a:prstGeom>
          <a:noFill/>
          <a:ln>
            <a:noFill/>
          </a:ln>
        </p:spPr>
      </p:pic>
      <p:sp>
        <p:nvSpPr>
          <p:cNvPr id="143" name="Google Shape;143;p19"/>
          <p:cNvSpPr txBox="1"/>
          <p:nvPr/>
        </p:nvSpPr>
        <p:spPr>
          <a:xfrm>
            <a:off x="6966150" y="652575"/>
            <a:ext cx="1979100" cy="455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oboto"/>
                <a:ea typeface="Roboto"/>
                <a:cs typeface="Roboto"/>
                <a:sym typeface="Roboto"/>
              </a:rPr>
              <a:t>Understanding What Customers Buy and How They Pay</a:t>
            </a:r>
            <a:endParaRPr b="1"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Insights:</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Sandwiches are the top-selling item, dominating total purchases.</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Cash is still the most common payment method, but online payments are rising, especially for higher-priced items.</a:t>
            </a:r>
            <a:endParaRPr sz="1200">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0" title="Screenshot 2025-12-12 000757.png"/>
          <p:cNvPicPr preferRelativeResize="0"/>
          <p:nvPr/>
        </p:nvPicPr>
        <p:blipFill>
          <a:blip r:embed="rId3">
            <a:alphaModFix/>
          </a:blip>
          <a:stretch>
            <a:fillRect/>
          </a:stretch>
        </p:blipFill>
        <p:spPr>
          <a:xfrm>
            <a:off x="0" y="0"/>
            <a:ext cx="6458368" cy="5143499"/>
          </a:xfrm>
          <a:prstGeom prst="rect">
            <a:avLst/>
          </a:prstGeom>
          <a:noFill/>
          <a:ln>
            <a:noFill/>
          </a:ln>
        </p:spPr>
      </p:pic>
      <p:sp>
        <p:nvSpPr>
          <p:cNvPr id="149" name="Google Shape;149;p20"/>
          <p:cNvSpPr txBox="1"/>
          <p:nvPr/>
        </p:nvSpPr>
        <p:spPr>
          <a:xfrm>
            <a:off x="6966150" y="254925"/>
            <a:ext cx="1979100" cy="455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Roboto"/>
                <a:ea typeface="Roboto"/>
                <a:cs typeface="Roboto"/>
                <a:sym typeface="Roboto"/>
              </a:rPr>
              <a:t>How Gender Influences Purchase Behavior</a:t>
            </a:r>
            <a:endParaRPr b="1" sz="1200">
              <a:solidFill>
                <a:schemeClr val="dk1"/>
              </a:solidFill>
              <a:latin typeface="Roboto"/>
              <a:ea typeface="Roboto"/>
              <a:cs typeface="Roboto"/>
              <a:sym typeface="Roboto"/>
            </a:endParaRPr>
          </a:p>
          <a:p>
            <a:pPr indent="0" lvl="0" marL="0" rtl="0" algn="l">
              <a:spcBef>
                <a:spcPts val="0"/>
              </a:spcBef>
              <a:spcAft>
                <a:spcPts val="0"/>
              </a:spcAft>
              <a:buNone/>
            </a:pPr>
            <a:r>
              <a:t/>
            </a:r>
            <a:endParaRPr b="1"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Insights:</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Female customers spend more during evening and night hours, suggesting a prime window for targeted deals.</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Item preferences differ: women lean towards Frankies and Cold Coffees while men purchase more Sandwiches.</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 sz="1200">
                <a:solidFill>
                  <a:schemeClr val="dk1"/>
                </a:solidFill>
                <a:latin typeface="Roboto"/>
                <a:ea typeface="Roboto"/>
                <a:cs typeface="Roboto"/>
                <a:sym typeface="Roboto"/>
              </a:rPr>
              <a:t>Payment behavior varies slightly: females tend to use online payment more often, while males rely more on cash.</a:t>
            </a:r>
            <a:endParaRPr sz="1200">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1"/>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Recommendations</a:t>
            </a:r>
            <a:endParaRPr/>
          </a:p>
        </p:txBody>
      </p:sp>
      <p:sp>
        <p:nvSpPr>
          <p:cNvPr id="155" name="Google Shape;155;p21"/>
          <p:cNvSpPr txBox="1"/>
          <p:nvPr/>
        </p:nvSpPr>
        <p:spPr>
          <a:xfrm>
            <a:off x="252350" y="809775"/>
            <a:ext cx="8683500" cy="364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500">
                <a:solidFill>
                  <a:schemeClr val="dk1"/>
                </a:solidFill>
              </a:rPr>
              <a:t>1</a:t>
            </a:r>
            <a:r>
              <a:rPr b="1" lang="en" sz="1500">
                <a:solidFill>
                  <a:schemeClr val="dk1"/>
                </a:solidFill>
              </a:rPr>
              <a:t>. Reevaluate Tuesday Operations</a:t>
            </a:r>
            <a:br>
              <a:rPr b="1" lang="en" sz="1500">
                <a:solidFill>
                  <a:schemeClr val="dk1"/>
                </a:solidFill>
              </a:rPr>
            </a:br>
            <a:r>
              <a:rPr lang="en" sz="1300">
                <a:solidFill>
                  <a:schemeClr val="dk1"/>
                </a:solidFill>
              </a:rPr>
              <a:t>The most amount of spending happens at night while conversely the least amount happens at midnight, this may be because store is closing so customers don’t have a chance to buy even if they’d like to. </a:t>
            </a:r>
            <a:br>
              <a:rPr lang="en" sz="1300">
                <a:solidFill>
                  <a:schemeClr val="dk1"/>
                </a:solidFill>
              </a:rPr>
            </a:br>
            <a:r>
              <a:rPr b="1" lang="en" sz="1300">
                <a:solidFill>
                  <a:schemeClr val="dk1"/>
                </a:solidFill>
              </a:rPr>
              <a:t>Recommendation:</a:t>
            </a:r>
            <a:r>
              <a:rPr lang="en" sz="1300">
                <a:solidFill>
                  <a:schemeClr val="dk1"/>
                </a:solidFill>
              </a:rPr>
              <a:t> Extend hours on weekends to 1–2 AM to capture more high-spend customers.</a:t>
            </a:r>
            <a:endParaRPr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500">
                <a:solidFill>
                  <a:schemeClr val="dk1"/>
                </a:solidFill>
              </a:rPr>
              <a:t>2. Reevaluate Tuesday Operations</a:t>
            </a:r>
            <a:br>
              <a:rPr b="1" lang="en" sz="1500">
                <a:solidFill>
                  <a:schemeClr val="dk1"/>
                </a:solidFill>
              </a:rPr>
            </a:br>
            <a:r>
              <a:rPr lang="en" sz="1300">
                <a:solidFill>
                  <a:schemeClr val="dk1"/>
                </a:solidFill>
              </a:rPr>
              <a:t>Friday consistently shows the lowest customer traffic and revenue.</a:t>
            </a:r>
            <a:br>
              <a:rPr lang="en" sz="1300">
                <a:solidFill>
                  <a:schemeClr val="dk1"/>
                </a:solidFill>
              </a:rPr>
            </a:br>
            <a:r>
              <a:rPr b="1" lang="en" sz="1300">
                <a:solidFill>
                  <a:schemeClr val="dk1"/>
                </a:solidFill>
              </a:rPr>
              <a:t>Recommendation:</a:t>
            </a:r>
            <a:r>
              <a:rPr lang="en" sz="1300">
                <a:solidFill>
                  <a:schemeClr val="dk1"/>
                </a:solidFill>
              </a:rPr>
              <a:t> Consider closing on Friday or running targeted “Slow Day” promotions to reduce operational losses.</a:t>
            </a:r>
            <a:endParaRPr sz="1300">
              <a:solidFill>
                <a:schemeClr val="dk1"/>
              </a:solidFill>
            </a:endParaRPr>
          </a:p>
          <a:p>
            <a:pPr indent="0" lvl="0" marL="0" rtl="0" algn="l">
              <a:lnSpc>
                <a:spcPct val="115000"/>
              </a:lnSpc>
              <a:spcBef>
                <a:spcPts val="1400"/>
              </a:spcBef>
              <a:spcAft>
                <a:spcPts val="0"/>
              </a:spcAft>
              <a:buNone/>
            </a:pPr>
            <a:r>
              <a:rPr b="1" lang="en" sz="1500">
                <a:solidFill>
                  <a:schemeClr val="dk1"/>
                </a:solidFill>
              </a:rPr>
              <a:t>3. Promote High-Performing Menu Items More Aggressively</a:t>
            </a:r>
            <a:br>
              <a:rPr b="1" lang="en" sz="1500">
                <a:solidFill>
                  <a:schemeClr val="dk1"/>
                </a:solidFill>
              </a:rPr>
            </a:br>
            <a:r>
              <a:rPr lang="en" sz="1300">
                <a:solidFill>
                  <a:schemeClr val="dk1"/>
                </a:solidFill>
              </a:rPr>
              <a:t>Sandwiches and beverages account for a large share of total sales.</a:t>
            </a:r>
            <a:br>
              <a:rPr lang="en" sz="1300">
                <a:solidFill>
                  <a:schemeClr val="dk1"/>
                </a:solidFill>
              </a:rPr>
            </a:br>
            <a:r>
              <a:rPr lang="en" sz="1300">
                <a:solidFill>
                  <a:schemeClr val="dk1"/>
                </a:solidFill>
              </a:rPr>
              <a:t> </a:t>
            </a:r>
            <a:r>
              <a:rPr b="1" lang="en" sz="1300">
                <a:solidFill>
                  <a:schemeClr val="dk1"/>
                </a:solidFill>
              </a:rPr>
              <a:t>Recommendation:</a:t>
            </a:r>
            <a:r>
              <a:rPr lang="en" sz="1300">
                <a:solidFill>
                  <a:schemeClr val="dk1"/>
                </a:solidFill>
              </a:rPr>
              <a:t> Create bundles (e.g., sandwich + drink) or loyalty points to increase average spend.</a:t>
            </a:r>
            <a:endParaRPr sz="1300">
              <a:solidFill>
                <a:schemeClr val="dk1"/>
              </a:solidFill>
            </a:endParaRPr>
          </a:p>
          <a:p>
            <a:pPr indent="0" lvl="0" marL="0" rtl="0" algn="l">
              <a:lnSpc>
                <a:spcPct val="115000"/>
              </a:lnSpc>
              <a:spcBef>
                <a:spcPts val="1400"/>
              </a:spcBef>
              <a:spcAft>
                <a:spcPts val="0"/>
              </a:spcAft>
              <a:buNone/>
            </a:pPr>
            <a:r>
              <a:rPr b="1" lang="en" sz="1500">
                <a:solidFill>
                  <a:schemeClr val="dk1"/>
                </a:solidFill>
              </a:rPr>
              <a:t>4. Target Nighttime Shoppers with Upsells</a:t>
            </a:r>
            <a:br>
              <a:rPr b="1" lang="en" sz="1500">
                <a:solidFill>
                  <a:schemeClr val="dk1"/>
                </a:solidFill>
              </a:rPr>
            </a:br>
            <a:r>
              <a:rPr lang="en" sz="1300">
                <a:solidFill>
                  <a:schemeClr val="dk1"/>
                </a:solidFill>
              </a:rPr>
              <a:t>Night transactions show higher baskets and more variety.</a:t>
            </a:r>
            <a:br>
              <a:rPr lang="en" sz="1300">
                <a:solidFill>
                  <a:schemeClr val="dk1"/>
                </a:solidFill>
              </a:rPr>
            </a:br>
            <a:r>
              <a:rPr b="1" lang="en" sz="1300">
                <a:solidFill>
                  <a:schemeClr val="dk1"/>
                </a:solidFill>
              </a:rPr>
              <a:t>Recommendation:</a:t>
            </a:r>
            <a:r>
              <a:rPr lang="en" sz="1300">
                <a:solidFill>
                  <a:schemeClr val="dk1"/>
                </a:solidFill>
              </a:rPr>
              <a:t> Add nighttime specials, snack bundles, or suggestion-based add-ons (like fries or dessert).</a:t>
            </a:r>
            <a:endParaRPr sz="1300">
              <a:solidFill>
                <a:schemeClr val="dk1"/>
              </a:solidFill>
            </a:endParaRPr>
          </a:p>
          <a:p>
            <a:pPr indent="0" lvl="0" marL="0" rtl="0" algn="l">
              <a:lnSpc>
                <a:spcPct val="115000"/>
              </a:lnSpc>
              <a:spcBef>
                <a:spcPts val="1400"/>
              </a:spcBef>
              <a:spcAft>
                <a:spcPts val="400"/>
              </a:spcAft>
              <a:buNone/>
            </a:pPr>
            <a:r>
              <a:t/>
            </a:r>
            <a:endParaRPr sz="1100">
              <a:solidFill>
                <a:schemeClr val="dk1"/>
              </a:solidFill>
            </a:endParaRPr>
          </a:p>
        </p:txBody>
      </p:sp>
      <p:sp>
        <p:nvSpPr>
          <p:cNvPr id="156" name="Google Shape;156;p21"/>
          <p:cNvSpPr txBox="1"/>
          <p:nvPr/>
        </p:nvSpPr>
        <p:spPr>
          <a:xfrm>
            <a:off x="317100" y="2925075"/>
            <a:ext cx="532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2"/>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Recommendations (cont.)</a:t>
            </a:r>
            <a:endParaRPr/>
          </a:p>
        </p:txBody>
      </p:sp>
      <p:sp>
        <p:nvSpPr>
          <p:cNvPr id="162" name="Google Shape;162;p22"/>
          <p:cNvSpPr txBox="1"/>
          <p:nvPr/>
        </p:nvSpPr>
        <p:spPr>
          <a:xfrm>
            <a:off x="252350" y="809775"/>
            <a:ext cx="8683500" cy="4133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500">
                <a:solidFill>
                  <a:schemeClr val="dk1"/>
                </a:solidFill>
              </a:rPr>
              <a:t>5</a:t>
            </a:r>
            <a:r>
              <a:rPr b="1" lang="en" sz="1500">
                <a:solidFill>
                  <a:schemeClr val="dk1"/>
                </a:solidFill>
              </a:rPr>
              <a:t>. Build Gender-Specific Marketing Campaigns</a:t>
            </a:r>
            <a:br>
              <a:rPr b="1" lang="en" sz="1500">
                <a:solidFill>
                  <a:schemeClr val="dk1"/>
                </a:solidFill>
              </a:rPr>
            </a:br>
            <a:r>
              <a:rPr lang="en" sz="1300">
                <a:solidFill>
                  <a:schemeClr val="dk1"/>
                </a:solidFill>
              </a:rPr>
              <a:t>Customer patterns differ by gender: women buy more items like Cold Coffees; men buy more Sandwiches.</a:t>
            </a:r>
            <a:br>
              <a:rPr lang="en" sz="1300">
                <a:solidFill>
                  <a:schemeClr val="dk1"/>
                </a:solidFill>
              </a:rPr>
            </a:br>
            <a:r>
              <a:rPr b="1" lang="en" sz="1300">
                <a:solidFill>
                  <a:schemeClr val="dk1"/>
                </a:solidFill>
              </a:rPr>
              <a:t>Recommendation:</a:t>
            </a:r>
            <a:endParaRPr b="1" sz="13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 sz="1300">
                <a:solidFill>
                  <a:schemeClr val="dk1"/>
                </a:solidFill>
              </a:rPr>
              <a:t>Promote female-preferred items on social media platforms with high female user bases as females contribute more to online orders.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Showcase in-store promos that target foods that are bought predominately by males such as Sandwiches, Vadapav, and Aalopuri.</a:t>
            </a:r>
            <a:endParaRPr sz="1300">
              <a:solidFill>
                <a:schemeClr val="dk1"/>
              </a:solidFill>
            </a:endParaRPr>
          </a:p>
          <a:p>
            <a:pPr indent="0" lvl="0" marL="0" rtl="0" algn="l">
              <a:lnSpc>
                <a:spcPct val="115000"/>
              </a:lnSpc>
              <a:spcBef>
                <a:spcPts val="1400"/>
              </a:spcBef>
              <a:spcAft>
                <a:spcPts val="0"/>
              </a:spcAft>
              <a:buNone/>
            </a:pPr>
            <a:r>
              <a:rPr b="1" lang="en" sz="1500">
                <a:solidFill>
                  <a:schemeClr val="dk1"/>
                </a:solidFill>
              </a:rPr>
              <a:t>6</a:t>
            </a:r>
            <a:r>
              <a:rPr b="1" lang="en" sz="1500">
                <a:solidFill>
                  <a:schemeClr val="dk1"/>
                </a:solidFill>
              </a:rPr>
              <a:t>. Introduce a Lunch-Hour Deal</a:t>
            </a:r>
            <a:br>
              <a:rPr b="1" lang="en" sz="1500">
                <a:solidFill>
                  <a:schemeClr val="dk1"/>
                </a:solidFill>
              </a:rPr>
            </a:br>
            <a:r>
              <a:rPr lang="en" sz="1300">
                <a:solidFill>
                  <a:schemeClr val="dk1"/>
                </a:solidFill>
              </a:rPr>
              <a:t>Revenue dips significantly around noon.</a:t>
            </a:r>
            <a:br>
              <a:rPr lang="en" sz="1300">
                <a:solidFill>
                  <a:schemeClr val="dk1"/>
                </a:solidFill>
              </a:rPr>
            </a:br>
            <a:r>
              <a:rPr b="1" lang="en" sz="1300">
                <a:solidFill>
                  <a:schemeClr val="dk1"/>
                </a:solidFill>
              </a:rPr>
              <a:t>Recommendation:</a:t>
            </a:r>
            <a:r>
              <a:rPr lang="en" sz="1300">
                <a:solidFill>
                  <a:schemeClr val="dk1"/>
                </a:solidFill>
              </a:rPr>
              <a:t> Add a mid-day promotion (“Lunch Combo”, “Buy 1 Get 1 50% Off”) to increase traffic during slow hours.</a:t>
            </a:r>
            <a:endParaRPr sz="1300">
              <a:solidFill>
                <a:schemeClr val="dk1"/>
              </a:solidFill>
            </a:endParaRPr>
          </a:p>
          <a:p>
            <a:pPr indent="0" lvl="0" marL="0" rtl="0" algn="l">
              <a:spcBef>
                <a:spcPts val="400"/>
              </a:spcBef>
              <a:spcAft>
                <a:spcPts val="0"/>
              </a:spcAft>
              <a:buNone/>
            </a:pPr>
            <a:r>
              <a:t/>
            </a:r>
            <a:endParaRPr sz="1600">
              <a:solidFill>
                <a:schemeClr val="dk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3"/>
          <p:cNvSpPr txBox="1"/>
          <p:nvPr>
            <p:ph type="title"/>
          </p:nvPr>
        </p:nvSpPr>
        <p:spPr>
          <a:xfrm>
            <a:off x="457200" y="411475"/>
            <a:ext cx="8229600" cy="37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Next Steps</a:t>
            </a:r>
            <a:endParaRPr/>
          </a:p>
        </p:txBody>
      </p:sp>
      <p:sp>
        <p:nvSpPr>
          <p:cNvPr id="168" name="Google Shape;168;p23"/>
          <p:cNvSpPr txBox="1"/>
          <p:nvPr/>
        </p:nvSpPr>
        <p:spPr>
          <a:xfrm>
            <a:off x="252350" y="809775"/>
            <a:ext cx="8683500" cy="364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500">
                <a:solidFill>
                  <a:schemeClr val="dk1"/>
                </a:solidFill>
              </a:rPr>
              <a:t>1. Explore Profit in More Detail</a:t>
            </a:r>
            <a:br>
              <a:rPr b="1" lang="en" sz="1500">
                <a:solidFill>
                  <a:schemeClr val="dk1"/>
                </a:solidFill>
              </a:rPr>
            </a:br>
            <a:r>
              <a:rPr lang="en" sz="1300">
                <a:solidFill>
                  <a:schemeClr val="dk1"/>
                </a:solidFill>
              </a:rPr>
              <a:t>If more information on costs (ingredients, labor, rent) were available, I could calculate true profit instead of assuming a 30% operating cost.</a:t>
            </a:r>
            <a:endParaRPr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500">
                <a:solidFill>
                  <a:schemeClr val="dk1"/>
                </a:solidFill>
              </a:rPr>
              <a:t>2. Analyze More Customer Demographics</a:t>
            </a:r>
            <a:br>
              <a:rPr b="1" lang="en" sz="1500">
                <a:solidFill>
                  <a:schemeClr val="dk1"/>
                </a:solidFill>
              </a:rPr>
            </a:br>
            <a:r>
              <a:rPr lang="en" sz="1300">
                <a:solidFill>
                  <a:schemeClr val="dk1"/>
                </a:solidFill>
              </a:rPr>
              <a:t>If I had extra data such as age, income level, or visit frequency, I could see which groups spend the most and tailor recommendations more specifically.</a:t>
            </a:r>
            <a:endParaRPr sz="1300">
              <a:solidFill>
                <a:schemeClr val="dk1"/>
              </a:solidFill>
            </a:endParaRPr>
          </a:p>
          <a:p>
            <a:pPr indent="0" lvl="0" marL="0" rtl="0" algn="l">
              <a:lnSpc>
                <a:spcPct val="115000"/>
              </a:lnSpc>
              <a:spcBef>
                <a:spcPts val="1400"/>
              </a:spcBef>
              <a:spcAft>
                <a:spcPts val="0"/>
              </a:spcAft>
              <a:buNone/>
            </a:pPr>
            <a:r>
              <a:rPr b="1" lang="en" sz="1500">
                <a:solidFill>
                  <a:schemeClr val="dk1"/>
                </a:solidFill>
              </a:rPr>
              <a:t>3</a:t>
            </a:r>
            <a:r>
              <a:rPr b="1" lang="en" sz="1500">
                <a:solidFill>
                  <a:schemeClr val="dk1"/>
                </a:solidFill>
              </a:rPr>
              <a:t>. Improve Data Quality</a:t>
            </a:r>
            <a:br>
              <a:rPr b="1" lang="en" sz="1500">
                <a:solidFill>
                  <a:schemeClr val="dk1"/>
                </a:solidFill>
              </a:rPr>
            </a:br>
            <a:r>
              <a:rPr lang="en" sz="1300">
                <a:solidFill>
                  <a:schemeClr val="dk1"/>
                </a:solidFill>
              </a:rPr>
              <a:t>If raw data included exact order details (like customizable toppings, extra items, or discounts), I could perform deeper EDA and more accurate forecasting.</a:t>
            </a:r>
            <a:endParaRPr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500">
                <a:solidFill>
                  <a:schemeClr val="dk1"/>
                </a:solidFill>
              </a:rPr>
              <a:t>4</a:t>
            </a:r>
            <a:r>
              <a:rPr b="1" lang="en" sz="1500">
                <a:solidFill>
                  <a:schemeClr val="dk1"/>
                </a:solidFill>
              </a:rPr>
              <a:t>. Build a Simple Forecast</a:t>
            </a:r>
            <a:br>
              <a:rPr b="1" lang="en" sz="1500">
                <a:solidFill>
                  <a:schemeClr val="dk1"/>
                </a:solidFill>
              </a:rPr>
            </a:br>
            <a:r>
              <a:rPr lang="en" sz="1300">
                <a:solidFill>
                  <a:schemeClr val="dk1"/>
                </a:solidFill>
              </a:rPr>
              <a:t>With more historical data, I could predict next month’s sales or busiest days using a small time-series model.</a:t>
            </a:r>
            <a:endParaRPr sz="1300">
              <a:solidFill>
                <a:schemeClr val="dk1"/>
              </a:solidFill>
            </a:endParaRPr>
          </a:p>
          <a:p>
            <a:pPr indent="0" lvl="0" marL="0" rtl="0" algn="l">
              <a:lnSpc>
                <a:spcPct val="115000"/>
              </a:lnSpc>
              <a:spcBef>
                <a:spcPts val="40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1400"/>
              </a:spcBef>
              <a:spcAft>
                <a:spcPts val="400"/>
              </a:spcAft>
              <a:buNone/>
            </a:pPr>
            <a:r>
              <a:t/>
            </a:r>
            <a:endParaRPr b="1" sz="15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Restaurant Infographics by Slidesgo">
  <a:themeElements>
    <a:clrScheme name="Simple Light">
      <a:dk1>
        <a:srgbClr val="000000"/>
      </a:dk1>
      <a:lt1>
        <a:srgbClr val="FFFFFF"/>
      </a:lt1>
      <a:dk2>
        <a:srgbClr val="666666"/>
      </a:dk2>
      <a:lt2>
        <a:srgbClr val="EFEFEF"/>
      </a:lt2>
      <a:accent1>
        <a:srgbClr val="FF6347"/>
      </a:accent1>
      <a:accent2>
        <a:srgbClr val="C8E17B"/>
      </a:accent2>
      <a:accent3>
        <a:srgbClr val="CC843C"/>
      </a:accent3>
      <a:accent4>
        <a:srgbClr val="8A779A"/>
      </a:accent4>
      <a:accent5>
        <a:srgbClr val="917A56"/>
      </a:accent5>
      <a:accent6>
        <a:srgbClr val="F3AE52"/>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